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1891" r:id="rId3"/>
    <p:sldId id="1893" r:id="rId5"/>
    <p:sldId id="1913" r:id="rId6"/>
    <p:sldId id="1914" r:id="rId7"/>
    <p:sldId id="1915" r:id="rId8"/>
    <p:sldId id="188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2" userDrawn="1">
          <p15:clr>
            <a:srgbClr val="A4A3A4"/>
          </p15:clr>
        </p15:guide>
        <p15:guide id="2" pos="7266" userDrawn="1">
          <p15:clr>
            <a:srgbClr val="A4A3A4"/>
          </p15:clr>
        </p15:guide>
        <p15:guide id="3" orient="horz" pos="680" userDrawn="1">
          <p15:clr>
            <a:srgbClr val="A4A3A4"/>
          </p15:clr>
        </p15:guide>
        <p15:guide id="4" orient="horz" pos="723" userDrawn="1">
          <p15:clr>
            <a:srgbClr val="A4A3A4"/>
          </p15:clr>
        </p15:guide>
        <p15:guide id="5" orient="horz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Zeng" initials="TZ" lastIdx="2" clrIdx="0"/>
  <p:cmAuthor id="0" name="hp" initials="h" lastIdx="1" clrIdx="0"/>
  <p:cmAuthor id="1019" name="THINPAD" initials="T" lastIdx="1" clrIdx="92"/>
  <p:cmAuthor id="1020" name="蔡静敏" initials="蔡" lastIdx="1" clrIdx="174"/>
  <p:cmAuthor id="2" name="Xi Ziyao" initials="XZ" lastIdx="1" clrIdx="2"/>
  <p:cmAuthor id="1021" name="李 玉飞" initials="李" lastIdx="9" clrIdx="0"/>
  <p:cmAuthor id="3" name="wu jack" initials="wj" lastIdx="1" clrIdx="2"/>
  <p:cmAuthor id="1022" name="周涛" initials="周" lastIdx="1" clrIdx="0"/>
  <p:cmAuthor id="4" name="微软用户" initials="微" lastIdx="0" clrIdx="0"/>
  <p:cmAuthor id="1023" name="tangww05" initials="t" lastIdx="1" clrIdx="1022"/>
  <p:cmAuthor id="5" name="lenovo" initials="l" lastIdx="1" clrIdx="0"/>
  <p:cmAuthor id="1024" name="张蓝茜" initials="张" lastIdx="1" clrIdx="1028"/>
  <p:cmAuthor id="6" name="changxl" initials="c" lastIdx="14" clrIdx="5"/>
  <p:cmAuthor id="7" name="Administrator" initials="A" lastIdx="6" clrIdx="6"/>
  <p:cmAuthor id="1026" name="幸全" initials="幸" lastIdx="1" clrIdx="0"/>
  <p:cmAuthor id="8" name="daiyi06" initials="d" lastIdx="0" clrIdx="2"/>
  <p:cmAuthor id="1027" name="谢 小小" initials="谢" lastIdx="2" clrIdx="0"/>
  <p:cmAuthor id="9" name="董晔" initials="董" lastIdx="9" clrIdx="0"/>
  <p:cmAuthor id="10" name="1006319834@qq.com" initials="1" lastIdx="0" clrIdx="3"/>
  <p:cmAuthor id="1029" name="李于于" initials="李" lastIdx="3" clrIdx="210"/>
  <p:cmAuthor id="11" name="kingsoft" initials="k" lastIdx="1" clrIdx="0"/>
  <p:cmAuthor id="12" name="Admin" initials="A" lastIdx="0" clrIdx="0"/>
  <p:cmAuthor id="1031" name="lijh145" initials="l" lastIdx="1" clrIdx="1030"/>
  <p:cmAuthor id="13" name="杨国" initials="杨" lastIdx="3" clrIdx="0"/>
  <p:cmAuthor id="1032" name="yu Grover" initials="y" lastIdx="1" clrIdx="1"/>
  <p:cmAuthor id="14" name="tkuser" initials="t" lastIdx="1" clrIdx="0"/>
  <p:cmAuthor id="15" name="王丹（法律）" initials="王" lastIdx="28" clrIdx="0"/>
  <p:cmAuthor id="16" name="Lenovo User" initials="L" lastIdx="1" clrIdx="0"/>
  <p:cmAuthor id="17" name="zhao wei" initials="z" lastIdx="1" clrIdx="4"/>
  <p:cmAuthor id="1036" name="何子文" initials="何" lastIdx="1" clrIdx="193"/>
  <p:cmAuthor id="18" name="sx_xuzx" initials="s" lastIdx="26" clrIdx="17"/>
  <p:cmAuthor id="19" name="tplife" initials="t" lastIdx="2" clrIdx="0"/>
  <p:cmAuthor id="1038" name="王 平坚" initials="王" lastIdx="1" clrIdx="0"/>
  <p:cmAuthor id="20" name="孟 昕" initials="孟" lastIdx="1" clrIdx="18"/>
  <p:cmAuthor id="21" name="翔宇" initials="翔宇" lastIdx="1" clrIdx="19"/>
  <p:cmAuthor id="22" name="余潇迎" initials="余" lastIdx="2" clrIdx="0"/>
  <p:cmAuthor id="23" name="WHTP" initials="W" lastIdx="1" clrIdx="20"/>
  <p:cmAuthor id="1042" name="韦三省" initials="韦" lastIdx="1" clrIdx="0"/>
  <p:cmAuthor id="24" name="程康平" initials="程" lastIdx="2" clrIdx="0"/>
  <p:cmAuthor id="25" name="w" initials="" lastIdx="2" clrIdx="0"/>
  <p:cmAuthor id="1044" name="wangjly" initials="w" lastIdx="1" clrIdx="1043"/>
  <p:cmAuthor id="26" name="phoenixdhz" initials="p" lastIdx="11" clrIdx="0"/>
  <p:cmAuthor id="1045" name="wangmiao" initials="w" lastIdx="1" clrIdx="1044"/>
  <p:cmAuthor id="27" name="陈 橙橙" initials="陈" lastIdx="1" clrIdx="21"/>
  <p:cmAuthor id="28" name="王源" initials="王" lastIdx="2" clrIdx="1"/>
  <p:cmAuthor id="29" name="Jinyi" initials="J" lastIdx="42" clrIdx="2"/>
  <p:cmAuthor id="30" name="gaojg02" initials="g" lastIdx="0" clrIdx="0"/>
  <p:cmAuthor id="31" name="JUN" initials="J" lastIdx="3" clrIdx="22"/>
  <p:cmAuthor id="32" name="杨涛-lah" initials="杨" lastIdx="1" clrIdx="0"/>
  <p:cmAuthor id="33" name="kp l" initials="k" lastIdx="2" clrIdx="0"/>
  <p:cmAuthor id="34" name="asuse" initials="a" lastIdx="1" clrIdx="0"/>
  <p:cmAuthor id="35" name="卫天一" initials="卫" lastIdx="1" clrIdx="0"/>
  <p:cmAuthor id="36" name="樊星" initials="樊" lastIdx="1" clrIdx="0"/>
  <p:cmAuthor id="37" name="刘云轩" initials="刘" lastIdx="1" clrIdx="0"/>
  <p:cmAuthor id="1056" name="anml02" initials="a" lastIdx="1" clrIdx="1055"/>
  <p:cmAuthor id="38" name="未知用户20" initials="未" lastIdx="3" clrIdx="0"/>
  <p:cmAuthor id="1057" name="51957" initials="5" lastIdx="1" clrIdx="1056"/>
  <p:cmAuthor id="39" name="季玉洁" initials="季" lastIdx="22" clrIdx="0"/>
  <p:cmAuthor id="40" name="姜文静" initials="姜" lastIdx="1" clrIdx="0"/>
  <p:cmAuthor id="41" name="陈依依" initials="陈" lastIdx="7" clrIdx="0"/>
  <p:cmAuthor id="1060" name="liutt81" initials="l" lastIdx="1" clrIdx="1059"/>
  <p:cmAuthor id="42" name="姓 汤旭铭" initials="姓" lastIdx="1" clrIdx="0"/>
  <p:cmAuthor id="43" name="user" initials="u" lastIdx="1" clrIdx="0"/>
  <p:cmAuthor id="44" name="dingenshi" initials="" lastIdx="1" clrIdx="0"/>
  <p:cmAuthor id="45" name="未知用户15" initials="" lastIdx="1" clrIdx="0"/>
  <p:cmAuthor id="46" name="未知用户16" initials="" lastIdx="1" clrIdx="0"/>
  <p:cmAuthor id="47" name="未知用户17" initials="" lastIdx="14" clrIdx="1"/>
  <p:cmAuthor id="48" name="未知用户18" initials="" lastIdx="0" clrIdx="0"/>
  <p:cmAuthor id="49" name="实习生_严政宇" initials="实" lastIdx="2" clrIdx="1"/>
  <p:cmAuthor id="50" name="陈静雯" initials="陈" lastIdx="2" clrIdx="0"/>
  <p:cmAuthor id="51" name="未知用户21" initials="" lastIdx="1" clrIdx="0"/>
  <p:cmAuthor id="52" name="未知用户22" initials="" lastIdx="1" clrIdx="0"/>
  <p:cmAuthor id="53" name="ZhangYu" initials="" lastIdx="1" clrIdx="0"/>
  <p:cmAuthor id="54" name="jing.xue" initials="j" lastIdx="23" clrIdx="0"/>
  <p:cmAuthor id="55" name="PC" initials="P" lastIdx="19" clrIdx="3"/>
  <p:cmAuthor id="56" name="levy" initials="l" lastIdx="2" clrIdx="0"/>
  <p:cmAuthor id="57" name="grace" initials="g" lastIdx="1" clrIdx="1"/>
  <p:cmAuthor id="58" name="刘思蜀" initials="刘" lastIdx="1" clrIdx="0"/>
  <p:cmAuthor id="59" name="tkqd" initials="t" lastIdx="1" clrIdx="0"/>
  <p:cmAuthor id="60" name="HaoshuaiWu" initials="H" lastIdx="1" clrIdx="0"/>
  <p:cmAuthor id="61" name="w00100437" initials="" lastIdx="1" clrIdx="0"/>
  <p:cmAuthor id="62" name="先生 叶" initials="先" lastIdx="1" clrIdx="22"/>
  <p:cmAuthor id="63" name="zhaoling23" initials="z" lastIdx="1" clrIdx="62"/>
  <p:cmAuthor id="64" name="方方" initials="方" lastIdx="1" clrIdx="0"/>
  <p:cmAuthor id="65" name="tuhh" initials="t" lastIdx="1" clrIdx="0"/>
  <p:cmAuthor id="66" name="江涛 李" initials="江" lastIdx="2" clrIdx="0"/>
  <p:cmAuthor id="67" name="袁 玥挺" initials="袁" lastIdx="1" clrIdx="2"/>
  <p:cmAuthor id="68" name="zhenwb" initials="z" lastIdx="1" clrIdx="17"/>
  <p:cmAuthor id="69" name="jxgy15" initials="j" lastIdx="0" clrIdx="0"/>
  <p:cmAuthor id="70" name="朱粒" initials="朱" lastIdx="1" clrIdx="2"/>
  <p:cmAuthor id="71" name="Sky123.Org" initials="S" lastIdx="1" clrIdx="0"/>
  <p:cmAuthor id="72" name="H1900" initials="H" lastIdx="1" clrIdx="0"/>
  <p:cmAuthor id="73" name="王航" initials="王" lastIdx="2" clrIdx="1"/>
  <p:cmAuthor id="74" name="回校" initials="回" lastIdx="1" clrIdx="0"/>
  <p:cmAuthor id="75" name="Microsoft" initials="M" lastIdx="1" clrIdx="3"/>
  <p:cmAuthor id="76" name="未知用户7" initials="未" lastIdx="1" clrIdx="0"/>
  <p:cmAuthor id="77" name="幺以谦" initials="幺" lastIdx="2" clrIdx="1"/>
  <p:cmAuthor id="78" name="Huangx" initials="H" lastIdx="1" clrIdx="22"/>
  <p:cmAuthor id="79" name="孙青云" initials="孙" lastIdx="1" clrIdx="78"/>
  <p:cmAuthor id="80" name="未知用户9" initials="未" lastIdx="7" clrIdx="0"/>
  <p:cmAuthor id="81" name="Tracy" initials="T" lastIdx="1" clrIdx="80"/>
  <p:cmAuthor id="82" name="yangdi" initials="y" lastIdx="8" clrIdx="0"/>
  <p:cmAuthor id="83" name="Microsoft Office 用户" initials="M" lastIdx="0" clrIdx="0"/>
  <p:cmAuthor id="84" name="sunxp002" initials="s" lastIdx="7" clrIdx="13"/>
  <p:cmAuthor id="85" name="Windows 用户" initials="W" lastIdx="4" clrIdx="2"/>
  <p:cmAuthor id="86" name="吴晓梅" initials="吴" lastIdx="2" clrIdx="0"/>
  <p:cmAuthor id="87" name="徐 宁" initials="徐" lastIdx="1" clrIdx="0"/>
  <p:cmAuthor id="88" name="QBOSSCHEN" initials="Q" lastIdx="1" clrIdx="0"/>
  <p:cmAuthor id="89" name="未知用户33" initials="未" lastIdx="1" clrIdx="0"/>
  <p:cmAuthor id="90" name="未知用户34" initials="未" lastIdx="1" clrIdx="0"/>
  <p:cmAuthor id="91" name="pangyt" initials="p" lastIdx="1" clrIdx="0"/>
  <p:cmAuthor id="92" name="Han Bo" initials="HB" lastIdx="7" clrIdx="22"/>
  <p:cmAuthor id="93" name="未知用户37" initials="未" lastIdx="1" clrIdx="0"/>
  <p:cmAuthor id="94" name="未知用户38" initials="未" lastIdx="0" clrIdx="0"/>
  <p:cmAuthor id="95" name="未知用户39" initials="未" lastIdx="1" clrIdx="0"/>
  <p:cmAuthor id="96" name="未知用户40" initials="未" lastIdx="0" clrIdx="0"/>
  <p:cmAuthor id="97" name="李鹏飞" initials="李" lastIdx="1" clrIdx="1"/>
  <p:cmAuthor id="98" name="Calvin G" initials="C" lastIdx="1" clrIdx="0"/>
  <p:cmAuthor id="99" name="lp" initials="l" lastIdx="1" clrIdx="0"/>
  <p:cmAuthor id="100" name="MC SYSTEM" initials="M" lastIdx="2" clrIdx="0"/>
  <p:cmAuthor id="101" name="spring_ren" initials="s" lastIdx="2" clrIdx="1"/>
  <p:cmAuthor id="102" name="viola_yang" initials="v" lastIdx="2" clrIdx="2"/>
  <p:cmAuthor id="103" name="未知用户89" initials="未" lastIdx="0" clrIdx="0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07" name="minty minty" initials="m" lastIdx="1" clrIdx="0"/>
  <p:cmAuthor id="108" name="未知用户87" initials="未" lastIdx="2" clrIdx="0"/>
  <p:cmAuthor id="109" name="CHEN LONG" initials="C" lastIdx="1" clrIdx="21"/>
  <p:cmAuthor id="110" name="彬 罗" initials="彬" lastIdx="1" clrIdx="1"/>
  <p:cmAuthor id="111" name="cuizijin01" initials="c" lastIdx="6" clrIdx="2"/>
  <p:cmAuthor id="112" name="罗彬" initials="罗" lastIdx="1" clrIdx="0"/>
  <p:cmAuthor id="113" name="刘盛潮" initials="刘" lastIdx="8" clrIdx="0"/>
  <p:cmAuthor id="114" name="1 mac" initials="1" lastIdx="1" clrIdx="0"/>
  <p:cmAuthor id="115" name="未知用户86" initials="未" lastIdx="1" clrIdx="0"/>
  <p:cmAuthor id="116" name="新萝卜家园" initials="新" lastIdx="0" clrIdx="0"/>
  <p:cmAuthor id="117" name="songchunhua" initials="s" lastIdx="0" clrIdx="0"/>
  <p:cmAuthor id="118" name="宋春华" initials="宋" lastIdx="12" clrIdx="1"/>
  <p:cmAuthor id="119" name="lixiaosong" initials="l" lastIdx="0" clrIdx="2"/>
  <p:cmAuthor id="1138" name="huangxiaowu" initials="h" lastIdx="2" clrIdx="241"/>
  <p:cmAuthor id="120" name="未知用户78" initials="未" lastIdx="1" clrIdx="0"/>
  <p:cmAuthor id="121" name="马妍" initials="马" lastIdx="1" clrIdx="0"/>
  <p:cmAuthor id="122" name="yanqiqi-lgd" initials="y" lastIdx="2" clrIdx="5"/>
  <p:cmAuthor id="123" name="番茄花园" initials="番" lastIdx="4" clrIdx="0"/>
  <p:cmAuthor id="1142" name="未知用户51" initials="未" lastIdx="1" clrIdx="0"/>
  <p:cmAuthor id="124" name="caoyq0624" initials="c" lastIdx="2" clrIdx="0"/>
  <p:cmAuthor id="125" name="方朝军/产品推动室/产品开发推广部/总公司" initials="方" lastIdx="2" clrIdx="0"/>
  <p:cmAuthor id="126" name="zq" initials="z" lastIdx="1" clrIdx="0"/>
  <p:cmAuthor id="127" name="未知用户28" initials="未" lastIdx="1" clrIdx="1"/>
  <p:cmAuthor id="128" name="temp" initials="t" lastIdx="2" clrIdx="0"/>
  <p:cmAuthor id="129" name="Q Q" initials="Q" lastIdx="1" clrIdx="3"/>
  <p:cmAuthor id="130" name="柳 先涛" initials="柳" lastIdx="8" clrIdx="0"/>
  <p:cmAuthor id="131" name="liquanxi" initials="l" lastIdx="0" clrIdx="0"/>
  <p:cmAuthor id="1150" name="tpuser" initials="t" lastIdx="1" clrIdx="0"/>
  <p:cmAuthor id="132" name="王怀璋" initials="王" lastIdx="1" clrIdx="0"/>
  <p:cmAuthor id="133" name="YANQING BAO" initials="Y" lastIdx="3" clrIdx="0"/>
  <p:cmAuthor id="134" name="Tracy Chen" initials="T" lastIdx="1" clrIdx="0"/>
  <p:cmAuthor id="1153" name="hee-lhb" initials="h" lastIdx="1" clrIdx="0"/>
  <p:cmAuthor id="135" name="dongwc0205" initials="d" lastIdx="1" clrIdx="15"/>
  <p:cmAuthor id="136" name="yuancc04" initials="y" lastIdx="3" clrIdx="0"/>
  <p:cmAuthor id="137" name="Wang, Cherry-J" initials="W" lastIdx="17" clrIdx="1"/>
  <p:cmAuthor id="138" name="万户网络" initials="万" lastIdx="1" clrIdx="0"/>
  <p:cmAuthor id="139" name="张莹" initials="张" lastIdx="1" clrIdx="21"/>
  <p:cmAuthor id="140" name="YANGS-PC" initials="Y" lastIdx="0" clrIdx="0"/>
  <p:cmAuthor id="141" name="未知用户92" initials="未" lastIdx="0" clrIdx="0"/>
  <p:cmAuthor id="142" name="未知用户35" initials="未" lastIdx="1" clrIdx="0"/>
  <p:cmAuthor id="143" name="ydx2003new@163.com" initials="y" lastIdx="1" clrIdx="0"/>
  <p:cmAuthor id="144" name="庞宝国" initials="庞" lastIdx="2" clrIdx="0"/>
  <p:cmAuthor id="145" name="gongxuan" initials="g" lastIdx="1" clrIdx="0"/>
  <p:cmAuthor id="146" name="何慧丽" initials="何" lastIdx="1" clrIdx="0"/>
  <p:cmAuthor id="147" name="雷庭" initials="雷" lastIdx="8" clrIdx="0"/>
  <p:cmAuthor id="148" name="未知用户19" initials="未" lastIdx="3" clrIdx="0"/>
  <p:cmAuthor id="149" name="未知用户12" initials="未" lastIdx="1" clrIdx="0"/>
  <p:cmAuthor id="150" name="黄元" initials="黄" lastIdx="1" clrIdx="1"/>
  <p:cmAuthor id="151" name="总公司培训部" initials="总" lastIdx="3" clrIdx="9"/>
  <p:cmAuthor id="152" name="hy-tkyl" initials="h" lastIdx="2" clrIdx="0"/>
  <p:cmAuthor id="153" name="未知用户23" initials="未" lastIdx="4" clrIdx="2"/>
  <p:cmAuthor id="154" name="未知用户27" initials="未" lastIdx="7" clrIdx="0"/>
  <p:cmAuthor id="155" name="49254" initials="4" lastIdx="1" clrIdx="0"/>
  <p:cmAuthor id="156" name="未知用户26" initials="未" lastIdx="1" clrIdx="3"/>
  <p:cmAuthor id="157" name="Ray" initials="R" lastIdx="0" clrIdx="0"/>
  <p:cmAuthor id="158" name="zhengzhong" initials="z" lastIdx="2" clrIdx="0"/>
  <p:cmAuthor id="159" name="shuaibing" initials="s" lastIdx="5" clrIdx="0"/>
  <p:cmAuthor id="160" name="未知用户10" initials="未" lastIdx="1" clrIdx="20"/>
  <p:cmAuthor id="161" name="肖 雷" initials="肖" lastIdx="1" clrIdx="0"/>
  <p:cmAuthor id="162" name="岳文甲" initials="岳" lastIdx="1" clrIdx="1"/>
  <p:cmAuthor id="163" name="91huhang" initials="9" lastIdx="1" clrIdx="0"/>
  <p:cmAuthor id="164" name="f n" initials="f" lastIdx="1" clrIdx="35"/>
  <p:cmAuthor id="165" name="Ms" initials="M" lastIdx="1" clrIdx="0"/>
  <p:cmAuthor id="166" name="clic" initials="c" lastIdx="0" clrIdx="0"/>
  <p:cmAuthor id="167" name="ProMedican" initials="P" lastIdx="2" clrIdx="1"/>
  <p:cmAuthor id="168" name="侯清英" initials="侯" lastIdx="1" clrIdx="0"/>
  <p:cmAuthor id="169" name="齐登宝" initials="齐" lastIdx="1" clrIdx="1"/>
  <p:cmAuthor id="170" name="Student" initials="S" lastIdx="1" clrIdx="81"/>
  <p:cmAuthor id="171" name="stillu" initials="s" lastIdx="1" clrIdx="0"/>
  <p:cmAuthor id="172" name="jiansheng li" initials="j" lastIdx="0" clrIdx="0"/>
  <p:cmAuthor id="173" name="李增增" initials="李" lastIdx="1" clrIdx="2"/>
  <p:cmAuthor id="174" name="video" initials="v" lastIdx="1" clrIdx="0"/>
  <p:cmAuthor id="175" name="郭禹希" initials="郭" lastIdx="3" clrIdx="0"/>
  <p:cmAuthor id="176" name="YZB" initials="Y" lastIdx="1" clrIdx="15"/>
  <p:cmAuthor id="177" name="吕震" initials="吕" lastIdx="6" clrIdx="0"/>
  <p:cmAuthor id="178" name="吴岩" initials="吴" lastIdx="1" clrIdx="0"/>
  <p:cmAuthor id="179" name="未知用户85" initials="未" lastIdx="1" clrIdx="0"/>
  <p:cmAuthor id="180" name="Windows" initials="W" lastIdx="1" clrIdx="3"/>
  <p:cmAuthor id="181" name="松 李" initials="松" lastIdx="1" clrIdx="4"/>
  <p:cmAuthor id="182" name="547716734@qq.com" initials="5" lastIdx="0" clrIdx="0"/>
  <p:cmAuthor id="183" name="郭书含" initials="郭" lastIdx="1" clrIdx="0"/>
  <p:cmAuthor id="184" name="sivaram" initials="s" lastIdx="1" clrIdx="0"/>
  <p:cmAuthor id="185" name="пользователь Microsoft Office" initials="п" lastIdx="1" clrIdx="0"/>
  <p:cmAuthor id="186" name="刘淼" initials="刘" lastIdx="4" clrIdx="6"/>
  <p:cmAuthor id="187" name="Office 365" initials="O" lastIdx="1" clrIdx="0"/>
  <p:cmAuthor id="188" name="1716266060@qq.com" initials="1" lastIdx="1" clrIdx="0"/>
  <p:cmAuthor id="189" name="程学春 cxc" initials="程" lastIdx="1" clrIdx="0"/>
  <p:cmAuthor id="190" name="chenli8" initials="c" lastIdx="10" clrIdx="0"/>
  <p:cmAuthor id="191" name="448097321@qq.com" initials="4" lastIdx="0" clrIdx="0"/>
  <p:cmAuthor id="192" name="zhumin1" initials="z" lastIdx="1" clrIdx="1"/>
  <p:cmAuthor id="193" name="FS" initials="F" lastIdx="1" clrIdx="0"/>
  <p:cmAuthor id="194" name="Temp" initials="T" lastIdx="0" clrIdx="0"/>
  <p:cmAuthor id="195" name="刘岸亮" initials="刘" lastIdx="1" clrIdx="0"/>
  <p:cmAuthor id="196" name="雍中婧" initials="雍" lastIdx="26" clrIdx="0"/>
  <p:cmAuthor id="197" name="任斐" initials="任" lastIdx="1" clrIdx="1"/>
  <p:cmAuthor id="198" name="tpxiao" initials="t" lastIdx="1" clrIdx="0"/>
  <p:cmAuthor id="199" name="A5937" initials="A" lastIdx="1" clrIdx="137"/>
  <p:cmAuthor id="200" name="lin lin" initials="l" lastIdx="1" clrIdx="0"/>
  <p:cmAuthor id="201" name="邓蓉榕" initials="邓" lastIdx="1" clrIdx="0"/>
  <p:cmAuthor id="202" name="zhoujw08" initials="z" lastIdx="1" clrIdx="201"/>
  <p:cmAuthor id="203" name="时方赛" initials="时" lastIdx="1" clrIdx="202"/>
  <p:cmAuthor id="204" name="李明强" initials="李" lastIdx="1" clrIdx="203"/>
  <p:cmAuthor id="205" name="lenovo0" initials="l" lastIdx="1" clrIdx="0"/>
  <p:cmAuthor id="206" name="zhangbw18" initials="z" lastIdx="1" clrIdx="205"/>
  <p:cmAuthor id="207" name="wangll132" initials="w" lastIdx="1" clrIdx="206"/>
  <p:cmAuthor id="208" name="zhangjue" initials="z" lastIdx="1" clrIdx="207"/>
  <p:cmAuthor id="1316121247" name="林桦桦" initials="林" lastIdx="18242" clrIdx="0"/>
  <p:cmAuthor id="209" name="孙赋聪" initials="孙" lastIdx="3" clrIdx="208"/>
  <p:cmAuthor id="1316121248" name="aliutao007@163.com" initials="a" lastIdx="1" clrIdx="962"/>
  <p:cmAuthor id="1316121249" name="752844632@qq.com" initials="7" lastIdx="1" clrIdx="988"/>
  <p:cmAuthor id="211" name="刘云飞" initials="刘" lastIdx="1" clrIdx="6"/>
  <p:cmAuthor id="212" name="Yoda KK" initials="Y" lastIdx="1" clrIdx="10"/>
  <p:cmAuthor id="213" name="Dell" initials="D" lastIdx="0" clrIdx="0"/>
  <p:cmAuthor id="214" name="李 斌" initials="李" lastIdx="3" clrIdx="0"/>
  <p:cmAuthor id="215" name="孙现民" initials="孙" lastIdx="1" clrIdx="0"/>
  <p:cmAuthor id="216" name="田海兰" initials="田" lastIdx="4" clrIdx="1"/>
  <p:cmAuthor id="217" name="柯 少鹏" initials="柯" lastIdx="1" clrIdx="0"/>
  <p:cmAuthor id="218" name="刘承刚" initials="刘" lastIdx="6" clrIdx="0"/>
  <p:cmAuthor id="219" name="韩冰" initials="韩" lastIdx="4" clrIdx="0"/>
  <p:cmAuthor id="220" name="acer" initials="a" lastIdx="1" clrIdx="0"/>
  <p:cmAuthor id="221" name="冯敏" initials="冯" lastIdx="1" clrIdx="0"/>
  <p:cmAuthor id="222" name="pc" initials="p" lastIdx="1" clrIdx="1"/>
  <p:cmAuthor id="223" name="贾彬彬" initials="贾" lastIdx="1" clrIdx="0"/>
  <p:cmAuthor id="224" name="未知用户46" initials="未" lastIdx="1" clrIdx="2"/>
  <p:cmAuthor id="225" name="未知用户47" initials="未" lastIdx="1" clrIdx="0"/>
  <p:cmAuthor id="226" name="未知用户32" initials="未" lastIdx="1" clrIdx="0"/>
  <p:cmAuthor id="227" name="未知用户25" initials="未" lastIdx="8" clrIdx="0"/>
  <p:cmAuthor id="228" name="未知用户48" initials="未" lastIdx="20" clrIdx="0"/>
  <p:cmAuthor id="229" name="未知用户29" initials="未" lastIdx="9" clrIdx="0"/>
  <p:cmAuthor id="230" name="未知用户30" initials="未" lastIdx="1" clrIdx="0"/>
  <p:cmAuthor id="231" name="未知用户31" initials="未" lastIdx="1" clrIdx="1"/>
  <p:cmAuthor id="232" name="未知用户41" initials="未" lastIdx="1" clrIdx="0"/>
  <p:cmAuthor id="233" name="未知用户43" initials="未" lastIdx="1" clrIdx="1"/>
  <p:cmAuthor id="234" name="未知用户44" initials="未" lastIdx="1" clrIdx="0"/>
  <p:cmAuthor id="235" name="未知用户45" initials="未" lastIdx="1" clrIdx="0"/>
  <p:cmAuthor id="236" name="sun frank" initials="s" lastIdx="1" clrIdx="0"/>
  <p:cmAuthor id="237" name="刘彩琴" initials="刘" lastIdx="1" clrIdx="0"/>
  <p:cmAuthor id="238" name="徐 伟钦" initials="徐" lastIdx="2" clrIdx="0"/>
  <p:cmAuthor id="239" name="李昕玫" initials="李" lastIdx="1" clrIdx="0"/>
  <p:cmAuthor id="240" name="lianxing liao" initials="l" lastIdx="1" clrIdx="0"/>
  <p:cmAuthor id="241" name="未知用户" initials="未" lastIdx="1" clrIdx="0"/>
  <p:cmAuthor id="242" name="yangysh" initials="y" lastIdx="1" clrIdx="0"/>
  <p:cmAuthor id="243" name="ZZC" initials="Z" lastIdx="1" clrIdx="1"/>
  <p:cmAuthor id="244" name="李晨曦" initials="李" lastIdx="14" clrIdx="0"/>
  <p:cmAuthor id="245" name="Bonan Qi" initials="B" lastIdx="43" clrIdx="0"/>
  <p:cmAuthor id="246" name="yaoxiaojun" initials="y" lastIdx="1" clrIdx="0"/>
  <p:cmAuthor id="247" name="tianan" initials="t" lastIdx="1" clrIdx="5"/>
  <p:cmAuthor id="248" name="朱雪松" initials="朱" lastIdx="2" clrIdx="2"/>
  <p:cmAuthor id="249" name="821375975@qq.com" initials="8" lastIdx="1" clrIdx="23"/>
  <p:cmAuthor id="250" name="Vagun Vagun" initials="V" lastIdx="1" clrIdx="0"/>
  <p:cmAuthor id="251" name="李秋静" initials="李" lastIdx="1" clrIdx="1"/>
  <p:cmAuthor id="252" name="陈林" initials="陈" lastIdx="1" clrIdx="0"/>
  <p:cmAuthor id="253" name="Author" initials="A" lastIdx="0" clrIdx="2"/>
  <p:cmAuthor id="254" name="张梦莞" initials="张" lastIdx="1" clrIdx="27"/>
  <p:cmAuthor id="255" name="严之" initials="严" lastIdx="3" clrIdx="0"/>
  <p:cmAuthor id="256" name="程诗媛" initials="程" lastIdx="4" clrIdx="1"/>
  <p:cmAuthor id="257" name="梁潇-lhq" initials="梁" lastIdx="1" clrIdx="0"/>
  <p:cmAuthor id="258" name="apple" initials="a" lastIdx="1" clrIdx="0"/>
  <p:cmAuthor id="259" name="史璐瑶" initials="史" lastIdx="1" clrIdx="23"/>
  <p:cmAuthor id="260" name="86139" initials="8" lastIdx="1" clrIdx="0"/>
  <p:cmAuthor id="261" name="朴鹏-lhq" initials="朴" lastIdx="0" clrIdx="18"/>
  <p:cmAuthor id="262" name="吕 阔" initials="吕" lastIdx="1" clrIdx="22"/>
  <p:cmAuthor id="263" name="ozg106" initials="o" lastIdx="1" clrIdx="92"/>
  <p:cmAuthor id="264" name="冰箱" initials="冰" lastIdx="1" clrIdx="0"/>
  <p:cmAuthor id="265" name="lixun" initials="l" lastIdx="0" clrIdx="16"/>
  <p:cmAuthor id="266" name="Isabella" initials="I" lastIdx="4" clrIdx="4"/>
  <p:cmAuthor id="267" name="KK Yoda" initials="K" lastIdx="1" clrIdx="10"/>
  <p:cmAuthor id="268" name="未知用户36" initials="未" lastIdx="10" clrIdx="0"/>
  <p:cmAuthor id="269" name="未知用户148" initials="未" lastIdx="1" clrIdx="0"/>
  <p:cmAuthor id="270" name="未知用户163" initials="未" lastIdx="1" clrIdx="0"/>
  <p:cmAuthor id="271" name="未知用户151" initials="未" lastIdx="0" clrIdx="1"/>
  <p:cmAuthor id="272" name="未知用户152" initials="未" lastIdx="3" clrIdx="0"/>
  <p:cmAuthor id="273" name="未知用户164" initials="未" lastIdx="0" clrIdx="1"/>
  <p:cmAuthor id="274" name="未知用户153" initials="未" lastIdx="2" clrIdx="0"/>
  <p:cmAuthor id="275" name="未知用户154" initials="未" lastIdx="1" clrIdx="0"/>
  <p:cmAuthor id="276" name="未知用户155" initials="未" lastIdx="2" clrIdx="0"/>
  <p:cmAuthor id="277" name="未知用户156" initials="未" lastIdx="15" clrIdx="0"/>
  <p:cmAuthor id="278" name="未知用户157" initials="未" lastIdx="1" clrIdx="0"/>
  <p:cmAuthor id="279" name="未知用户158" initials="未" lastIdx="7" clrIdx="0"/>
  <p:cmAuthor id="280" name="未知用户159" initials="未" lastIdx="1" clrIdx="0"/>
  <p:cmAuthor id="281" name="未知用户160" initials="未" lastIdx="1" clrIdx="0"/>
  <p:cmAuthor id="282" name="未知用户161" initials="未" lastIdx="1" clrIdx="0"/>
  <p:cmAuthor id="283" name="未知用户162" initials="未" lastIdx="2" clrIdx="0"/>
  <p:cmAuthor id="284" name="未知用户149" initials="未" lastIdx="0" clrIdx="0"/>
  <p:cmAuthor id="285" name="未知用户146" initials="未" lastIdx="1" clrIdx="21"/>
  <p:cmAuthor id="286" name="未知用户147" initials="未" lastIdx="1" clrIdx="0"/>
  <p:cmAuthor id="287" name="刘仕俭" initials="刘" lastIdx="1" clrIdx="0"/>
  <p:cmAuthor id="288" name="Changing Zhuang" initials="C" lastIdx="1" clrIdx="1"/>
  <p:cmAuthor id="289" name="未知用户177" initials="未" lastIdx="7" clrIdx="0"/>
  <p:cmAuthor id="290" name="未知用户178" initials="未" lastIdx="7" clrIdx="0"/>
  <p:cmAuthor id="291" name="未知用户179" initials="未" lastIdx="1" clrIdx="0"/>
  <p:cmAuthor id="292" name="未知用户180" initials="未" lastIdx="0" clrIdx="0"/>
  <p:cmAuthor id="293" name="未知用户181" initials="未" lastIdx="0" clrIdx="1"/>
  <p:cmAuthor id="294" name="未知用户182" initials="未" lastIdx="1" clrIdx="0"/>
  <p:cmAuthor id="295" name="未知用户183" initials="未" lastIdx="1" clrIdx="0"/>
  <p:cmAuthor id="296" name="未知用户184" initials="未" lastIdx="2" clrIdx="0"/>
  <p:cmAuthor id="297" name="未知用户187" initials="未" lastIdx="0" clrIdx="0"/>
  <p:cmAuthor id="298" name="未知用户185" initials="未" lastIdx="1" clrIdx="21"/>
  <p:cmAuthor id="299" name="未知用户186" initials="未" lastIdx="1" clrIdx="0"/>
  <p:cmAuthor id="300" name="哒哒 熊猫" initials="哒" lastIdx="1" clrIdx="0"/>
  <p:cmAuthor id="301" name="Yun-Ting Tseng" initials="Y" lastIdx="7" clrIdx="0"/>
  <p:cmAuthor id="302" name="Miss 豆" initials="M" lastIdx="0" clrIdx="0"/>
  <p:cmAuthor id="303" name="G" initials="G" lastIdx="1" clrIdx="22"/>
  <p:cmAuthor id="304" name="我" initials="我" lastIdx="1" clrIdx="32"/>
  <p:cmAuthor id="305" name="??" initials="?" lastIdx="1" clrIdx="0"/>
  <p:cmAuthor id="306" name="Smilyrwj" initials="S" lastIdx="1" clrIdx="140"/>
  <p:cmAuthor id="307" name="未知用户108" initials="未" lastIdx="1" clrIdx="0"/>
  <p:cmAuthor id="308" name="未知用户72" initials="未" lastIdx="2" clrIdx="0"/>
  <p:cmAuthor id="309" name="未知用户73" initials="未" lastIdx="1" clrIdx="0"/>
  <p:cmAuthor id="310" name="未知用户74" initials="未" lastIdx="0" clrIdx="0"/>
  <p:cmAuthor id="311" name="未知用户110" initials="未" lastIdx="14" clrIdx="0"/>
  <p:cmAuthor id="312" name="未知用户77" initials="未" lastIdx="2" clrIdx="0"/>
  <p:cmAuthor id="313" name="百里 长青" initials="百" lastIdx="1" clrIdx="0"/>
  <p:cmAuthor id="314" name="熘?" initials="熘" lastIdx="1" clrIdx="0"/>
  <p:cmAuthor id="315" name="cpic" initials="c" lastIdx="0" clrIdx="0"/>
  <p:cmAuthor id="316" name="谷雨" initials="谷" lastIdx="1" clrIdx="0"/>
  <p:cmAuthor id="317" name="taowei" initials="t" lastIdx="1" clrIdx="0"/>
  <p:cmAuthor id="318" name="中星 叶" initials="中" lastIdx="1" clrIdx="22"/>
  <p:cmAuthor id="319" name="Dizzy" initials="D" lastIdx="3" clrIdx="0"/>
  <p:cmAuthor id="320" name="倚海听风" initials="倚" lastIdx="1" clrIdx="21"/>
  <p:cmAuthor id="321" name="CodonMedical" initials="C" lastIdx="109" clrIdx="2"/>
  <p:cmAuthor id="322" name="Yvonne Lin" initials="Y" lastIdx="35" clrIdx="3"/>
  <p:cmAuthor id="323" name="Gallivan, John-Paul {MDAO~Basel}" initials="G" lastIdx="4" clrIdx="4"/>
  <p:cmAuthor id="324" name="Helms, Hans-Joachim {MDBA~Basel}" initials="H" lastIdx="36" clrIdx="5"/>
  <p:cmAuthor id="325" name="Codon Medical" initials="C" lastIdx="57" clrIdx="6"/>
  <p:cmAuthor id="326" name="Petersen, Jenny {MDBD~South San Francisco}" initials="P" lastIdx="4" clrIdx="7"/>
  <p:cmAuthor id="327" name="刘风香" initials="刘" lastIdx="5" clrIdx="20"/>
  <p:cmAuthor id="328" name="feng wei" initials="f" lastIdx="1" clrIdx="0"/>
  <p:cmAuthor id="329" name="Meredith Kalish" initials="M" lastIdx="19" clrIdx="10"/>
  <p:cmAuthor id="330" name="Mary Beattie" initials="M" lastIdx="11" clrIdx="11"/>
  <p:cmAuthor id="331" name="Melanie Smitt" initials="M" lastIdx="33" clrIdx="12"/>
  <p:cmAuthor id="332" name="Andrea Michels" initials="A" lastIdx="13" clrIdx="13"/>
  <p:cmAuthor id="333" name="Daniel Clyde (HI)" initials="D" lastIdx="24" clrIdx="0"/>
  <p:cmAuthor id="334" name="Fitzpatrick, Nicole {MGAO~Basel}" initials="F" lastIdx="16" clrIdx="1"/>
  <p:cmAuthor id="335" name="Kate Rijnen" initials="K" lastIdx="11" clrIdx="2"/>
  <p:cmAuthor id="336" name="Mark McGregor (HI)" initials="M" lastIdx="33" clrIdx="3"/>
  <p:cmAuthor id="337" name="Machackova, Zuzana {MDAO~Basel}" initials="M" lastIdx="37" clrIdx="5"/>
  <p:cmAuthor id="338" name="Franca, Ryan {MDAO~Basel}" initials="F" lastIdx="6" clrIdx="6"/>
  <p:cmAuthor id="339" name="Bart Baranowski (HI)" initials="B" lastIdx="16" clrIdx="7"/>
  <p:cmAuthor id="340" name="Helen Keyworth (HI)" initials="H" lastIdx="77" clrIdx="8"/>
  <p:cmAuthor id="341" name="Louise Adamson (HI)" initials="L" lastIdx="173" clrIdx="9"/>
  <p:cmAuthor id="342" name="Andrew Moss (HI)" initials="A" lastIdx="10" clrIdx="10"/>
  <p:cmAuthor id="343" name="David Morgan (HI)" initials="D" lastIdx="17" clrIdx="11"/>
  <p:cmAuthor id="344" name="Kate Sillitoe (HI)" initials="K" lastIdx="4" clrIdx="12"/>
  <p:cmAuthor id="345" name="孟轩君" initials="孟" lastIdx="2" clrIdx="0"/>
  <p:cmAuthor id="346" name="hpguan" initials="h" lastIdx="27" clrIdx="0"/>
  <p:cmAuthor id="347" name="miaott" initials="m" lastIdx="0" clrIdx="195"/>
  <p:cmAuthor id="348" name="齐涛" initials="齐" lastIdx="1" clrIdx="0"/>
  <p:cmAuthor id="349" name="zhaoby01" initials="z" lastIdx="2" clrIdx="6"/>
  <p:cmAuthor id="350" name="Lydia" initials="L" lastIdx="1" clrIdx="0"/>
  <p:cmAuthor id="351" name="fengyuan03" initials="f" lastIdx="11" clrIdx="1"/>
  <p:cmAuthor id="352" name="古二蛋" initials="古" lastIdx="1" clrIdx="2"/>
  <p:cmAuthor id="353" name="xusha" initials="x" lastIdx="1" clrIdx="2"/>
  <p:cmAuthor id="354" name="李 东科" initials="李" lastIdx="1" clrIdx="35"/>
  <p:cmAuthor id="355" name="甘源" initials="甘" lastIdx="4" clrIdx="0"/>
  <p:cmAuthor id="356" name="何富军" initials="何" lastIdx="1" clrIdx="0"/>
  <p:cmAuthor id="357" name="闫秀丽" initials="闫" lastIdx="0" clrIdx="0"/>
  <p:cmAuthor id="358" name="fafa" initials="f" lastIdx="2" clrIdx="1"/>
  <p:cmAuthor id="359" name="qatr130" initials="q" lastIdx="1" clrIdx="0"/>
  <p:cmAuthor id="360" name="袁正海" initials="袁" lastIdx="1" clrIdx="0"/>
  <p:cmAuthor id="361" name="未知用户84" initials="未" lastIdx="1" clrIdx="0"/>
  <p:cmAuthor id="362" name="未知用户88" initials="未" lastIdx="1" clrIdx="0"/>
  <p:cmAuthor id="363" name="未知用户90" initials="未" lastIdx="1" clrIdx="0"/>
  <p:cmAuthor id="364" name="未知用户93" initials="未" lastIdx="1" clrIdx="0"/>
  <p:cmAuthor id="365" name="未知用户94" initials="未" lastIdx="0" clrIdx="0"/>
  <p:cmAuthor id="366" name="未知用户95" initials="未" lastIdx="1" clrIdx="0"/>
  <p:cmAuthor id="367" name="未知用户96" initials="未" lastIdx="0" clrIdx="1"/>
  <p:cmAuthor id="368" name="未知用户99" initials="未" lastIdx="10" clrIdx="0"/>
  <p:cmAuthor id="369" name="橙子" initials="橙" lastIdx="2" clrIdx="1"/>
  <p:cmAuthor id="370" name="加 林" initials="加" lastIdx="1" clrIdx="0"/>
  <p:cmAuthor id="371" name="wenle369@sina.com" initials="w" lastIdx="1" clrIdx="0"/>
  <p:cmAuthor id="372" name="未知用户418" initials="未" lastIdx="1" clrIdx="0"/>
  <p:cmAuthor id="373" name="未知用户271" initials="未" lastIdx="1" clrIdx="0"/>
  <p:cmAuthor id="374" name="think" initials="t" lastIdx="1" clrIdx="0"/>
  <p:cmAuthor id="375" name="过 去" initials="过" lastIdx="1" clrIdx="0"/>
  <p:cmAuthor id="376" name="ChinaUser" initials="C" lastIdx="1" clrIdx="0"/>
  <p:cmAuthor id="377" name="未知用户75" initials="未" lastIdx="0" clrIdx="0"/>
  <p:cmAuthor id="378" name="未知用户76" initials="未" lastIdx="1" clrIdx="0"/>
  <p:cmAuthor id="379" name="linkplus" initials="l" lastIdx="1" clrIdx="0"/>
  <p:cmAuthor id="380" name="未知用户118" initials="未" lastIdx="1" clrIdx="0"/>
  <p:cmAuthor id="381" name="未知用户119" initials="未" lastIdx="0" clrIdx="0"/>
  <p:cmAuthor id="382" name="未知用户120" initials="未" lastIdx="1" clrIdx="1"/>
  <p:cmAuthor id="383" name="未知用户121" initials="未" lastIdx="8" clrIdx="0"/>
  <p:cmAuthor id="384" name="未知用户122" initials="未" lastIdx="0" clrIdx="0"/>
  <p:cmAuthor id="385" name="未知用户123" initials="未" lastIdx="1" clrIdx="0"/>
  <p:cmAuthor id="386" name="未知用户124" initials="未" lastIdx="9" clrIdx="0"/>
  <p:cmAuthor id="387" name="未知用户125" initials="未" lastIdx="2" clrIdx="0"/>
  <p:cmAuthor id="388" name="未知用户126" initials="未" lastIdx="1" clrIdx="0"/>
  <p:cmAuthor id="389" name="未知用户127" initials="未" lastIdx="1" clrIdx="0"/>
  <p:cmAuthor id="390" name="未知用户128" initials="未" lastIdx="1" clrIdx="0"/>
  <p:cmAuthor id="391" name="未知用户129" initials="未" lastIdx="0" clrIdx="8"/>
  <p:cmAuthor id="392" name="未知用户130" initials="未" lastIdx="1" clrIdx="0"/>
  <p:cmAuthor id="393" name="未知用户131" initials="未" lastIdx="10" clrIdx="0"/>
  <p:cmAuthor id="394" name="未知用户132" initials="未" lastIdx="1" clrIdx="0"/>
  <p:cmAuthor id="395" name="未知用户133" initials="未" lastIdx="2" clrIdx="0"/>
  <p:cmAuthor id="396" name="未知用户134" initials="未" lastIdx="1" clrIdx="0"/>
  <p:cmAuthor id="397" name="未知用户135" initials="未" lastIdx="0" clrIdx="0"/>
  <p:cmAuthor id="398" name="未知用户136" initials="未" lastIdx="1" clrIdx="0"/>
  <p:cmAuthor id="399" name="未知用户137" initials="未" lastIdx="0" clrIdx="0"/>
  <p:cmAuthor id="400" name="未知用户138" initials="未" lastIdx="7" clrIdx="0"/>
  <p:cmAuthor id="401" name="未知用户141" initials="未" lastIdx="0" clrIdx="0"/>
  <p:cmAuthor id="402" name="未知用户142" initials="未" lastIdx="0" clrIdx="1"/>
  <p:cmAuthor id="403" name="未知用户143" initials="未" lastIdx="1" clrIdx="0"/>
  <p:cmAuthor id="404" name="未知用户144" initials="未" lastIdx="1" clrIdx="0"/>
  <p:cmAuthor id="405" name="未知用户145" initials="未" lastIdx="2" clrIdx="0"/>
  <p:cmAuthor id="406" name="未知用户114" initials="未" lastIdx="1" clrIdx="0"/>
  <p:cmAuthor id="407" name="未知用户115" initials="未" lastIdx="0" clrIdx="1"/>
  <p:cmAuthor id="408" name="未知用户116" initials="未" lastIdx="1" clrIdx="0"/>
  <p:cmAuthor id="409" name="未知用户117" initials="未" lastIdx="0" clrIdx="0"/>
  <p:cmAuthor id="410" name="未知用户139" initials="未" lastIdx="0" clrIdx="0"/>
  <p:cmAuthor id="411" name="未知用户188" initials="未" lastIdx="1" clrIdx="0"/>
  <p:cmAuthor id="412" name="未知用户189" initials="未" lastIdx="1" clrIdx="0"/>
  <p:cmAuthor id="413" name="未知用户165" initials="未" lastIdx="1" clrIdx="0"/>
  <p:cmAuthor id="414" name="未知用户166" initials="未" lastIdx="1" clrIdx="0"/>
  <p:cmAuthor id="415" name="未知用户167" initials="未" lastIdx="1" clrIdx="0"/>
  <p:cmAuthor id="416" name="未知用户168" initials="未" lastIdx="0" clrIdx="8"/>
  <p:cmAuthor id="417" name="未知用户169" initials="未" lastIdx="1" clrIdx="0"/>
  <p:cmAuthor id="418" name="未知用户170" initials="未" lastIdx="10" clrIdx="0"/>
  <p:cmAuthor id="419" name="未知用户171" initials="未" lastIdx="1" clrIdx="0"/>
  <p:cmAuthor id="420" name="未知用户172" initials="未" lastIdx="2" clrIdx="0"/>
  <p:cmAuthor id="421" name="未知用户173" initials="未" lastIdx="1" clrIdx="0"/>
  <p:cmAuthor id="422" name="未知用户174" initials="未" lastIdx="0" clrIdx="0"/>
  <p:cmAuthor id="423" name="未知用户175" initials="未" lastIdx="1" clrIdx="0"/>
  <p:cmAuthor id="424" name="未知用户176" initials="未" lastIdx="0" clrIdx="0"/>
  <p:cmAuthor id="425" name="未知用户68" initials="未" lastIdx="1" clrIdx="0"/>
  <p:cmAuthor id="426" name="未知用户65" initials="未" lastIdx="1" clrIdx="0"/>
  <p:cmAuthor id="427" name="alen" initials="a" lastIdx="2" clrIdx="0"/>
  <p:cmAuthor id="428" name="USER" initials="U" lastIdx="0" clrIdx="0"/>
  <p:cmAuthor id="429" name="王 一鸣" initials="王" lastIdx="1" clrIdx="0"/>
  <p:cmAuthor id="430" name="Well Li" initials="W" lastIdx="1" clrIdx="0"/>
  <p:cmAuthor id="431" name="任俊宣" initials="任" lastIdx="1" clrIdx="6"/>
  <p:cmAuthor id="432" name="未知用户198" initials="未" lastIdx="0" clrIdx="0"/>
  <p:cmAuthor id="433" name="未知用户150" initials="未" lastIdx="1" clrIdx="0"/>
  <p:cmAuthor id="434" name="未知用户220" initials="未" lastIdx="1" clrIdx="0"/>
  <p:cmAuthor id="435" name="未知用户221" initials="未" lastIdx="1" clrIdx="0"/>
  <p:cmAuthor id="436" name="未知用户199" initials="未" lastIdx="0" clrIdx="1"/>
  <p:cmAuthor id="437" name="未知用户200" initials="未" lastIdx="2" clrIdx="0"/>
  <p:cmAuthor id="438" name="未知用户201" initials="未" lastIdx="11" clrIdx="1"/>
  <p:cmAuthor id="439" name="未知用户214" initials="未" lastIdx="1" clrIdx="0"/>
  <p:cmAuthor id="440" name="未知用户216" initials="未" lastIdx="1" clrIdx="0"/>
  <p:cmAuthor id="441" name="未知用户202" initials="未" lastIdx="2" clrIdx="0"/>
  <p:cmAuthor id="442" name="未知用户203" initials="未" lastIdx="15" clrIdx="0"/>
  <p:cmAuthor id="443" name="未知用户204" initials="未" lastIdx="1" clrIdx="0"/>
  <p:cmAuthor id="444" name="未知用户205" initials="未" lastIdx="7" clrIdx="0"/>
  <p:cmAuthor id="445" name="未知用户206" initials="未" lastIdx="1" clrIdx="0"/>
  <p:cmAuthor id="446" name="未知用户207" initials="未" lastIdx="1" clrIdx="0"/>
  <p:cmAuthor id="447" name="未知用户208" initials="未" lastIdx="1" clrIdx="0"/>
  <p:cmAuthor id="448" name="未知用户209" initials="未" lastIdx="2" clrIdx="0"/>
  <p:cmAuthor id="449" name="未知用户210" initials="未" lastIdx="0" clrIdx="0"/>
  <p:cmAuthor id="450" name="未知用户213" initials="未" lastIdx="1" clrIdx="2"/>
  <p:cmAuthor id="451" name="未知用户211" initials="未" lastIdx="1" clrIdx="0"/>
  <p:cmAuthor id="452" name="?定义" initials="?" lastIdx="2" clrIdx="0"/>
  <p:cmAuthor id="453" name="sxp" initials="s" lastIdx="1" clrIdx="2"/>
  <p:cmAuthor id="454" name="allan" initials="a" lastIdx="1" clrIdx="0"/>
  <p:cmAuthor id="455" name="he zhirui" initials="h" lastIdx="1" clrIdx="82"/>
  <p:cmAuthor id="456" name="tkadmin" initials="t" lastIdx="1" clrIdx="455"/>
  <p:cmAuthor id="457" name="mawei19" initials="m" lastIdx="1" clrIdx="21"/>
  <p:cmAuthor id="458" name="lgp" initials="l" lastIdx="1" clrIdx="0"/>
  <p:cmAuthor id="459" name="李红钢" initials="李" lastIdx="1" clrIdx="458"/>
  <p:cmAuthor id="460" name="McGlasson, Louise" initials="M" lastIdx="6" clrIdx="0"/>
  <p:cmAuthor id="461" name="1003776019@qq.com" initials="1" lastIdx="1" clrIdx="33"/>
  <p:cmAuthor id="462" name="daxx" initials="d" lastIdx="1" clrIdx="461"/>
  <p:cmAuthor id="463" name="孙璐璐" initials="孙" lastIdx="1" clrIdx="0"/>
  <p:cmAuthor id="464" name="李旭兰" initials="李" lastIdx="1" clrIdx="0"/>
  <p:cmAuthor id="465" name="未定义" initials="未" lastIdx="11" clrIdx="0"/>
  <p:cmAuthor id="466" name="盛红" initials="盛" lastIdx="0" clrIdx="0"/>
  <p:cmAuthor id="468" name="范丽萍" initials="范" lastIdx="1" clrIdx="467"/>
  <p:cmAuthor id="469" name="tianjuan555555@outlook.com" initials="t" lastIdx="1" clrIdx="139"/>
  <p:cmAuthor id="470" name="A" initials="A" lastIdx="1" clrIdx="0"/>
  <p:cmAuthor id="471" name="未知用户97" initials="未" lastIdx="1" clrIdx="0"/>
  <p:cmAuthor id="472" name="未知用户98" initials="未" lastIdx="1" clrIdx="0"/>
  <p:cmAuthor id="473" name="Picc" initials="P" lastIdx="1" clrIdx="0"/>
  <p:cmAuthor id="474" name="炸?" initials="炸" lastIdx="2" clrIdx="1"/>
  <p:cmAuthor id="475" name="张建超" initials="张" lastIdx="0" clrIdx="0"/>
  <p:cmAuthor id="476" name="未知用户101" initials="未" lastIdx="1" clrIdx="2"/>
  <p:cmAuthor id="477" name="fz" initials="f" lastIdx="1" clrIdx="0"/>
  <p:cmAuthor id="478" name="未知用户13" initials="未" lastIdx="2" clrIdx="0"/>
  <p:cmAuthor id="479" name="未知用户104" initials="未" lastIdx="7" clrIdx="0"/>
  <p:cmAuthor id="483" name="未知用户330" initials="未" lastIdx="10" clrIdx="0"/>
  <p:cmAuthor id="484" name="ROSIEANNA" initials="R" lastIdx="1" clrIdx="35"/>
  <p:cmAuthor id="485" name="未知用户105" initials="未" lastIdx="7" clrIdx="0"/>
  <p:cmAuthor id="486" name="吴 小丽" initials="吴" lastIdx="2" clrIdx="0"/>
  <p:cmAuthor id="487" name="xuhaoyu" initials="" lastIdx="1" clrIdx="1"/>
  <p:cmAuthor id="489" name="未知用户69" initials="未" lastIdx="0" clrIdx="1"/>
  <p:cmAuthor id="490" name="Wanwei Liang" initials="" lastIdx="1" clrIdx="0"/>
  <p:cmAuthor id="491" name="ThinkPad" initials="T" lastIdx="1" clrIdx="155"/>
  <p:cmAuthor id="492" name="吴杰" initials="吴" lastIdx="1" clrIdx="0"/>
  <p:cmAuthor id="493" name="anni" initials="a" lastIdx="1" clrIdx="0"/>
  <p:cmAuthor id="494" name="xikai gao" initials="x" lastIdx="1" clrIdx="37"/>
  <p:cmAuthor id="495" name="zhaozhihua-lhn" initials="z" lastIdx="1" clrIdx="0"/>
  <p:cmAuthor id="496" name="仝德志" initials="仝" lastIdx="1" clrIdx="0"/>
  <p:cmAuthor id="497" name="杨东风" initials="杨" lastIdx="10" clrIdx="0"/>
  <p:cmAuthor id="498" name="未知用户228" initials="未" lastIdx="2" clrIdx="0"/>
  <p:cmAuthor id="500" name="未知用户191" initials="未" lastIdx="1" clrIdx="0"/>
  <p:cmAuthor id="501" name="未知用户5" initials="未" lastIdx="1" clrIdx="0"/>
  <p:cmAuthor id="502" name="王雅静" initials="王" lastIdx="1" clrIdx="0"/>
  <p:cmAuthor id="504" name="未知用户194" initials="未" lastIdx="11" clrIdx="0"/>
  <p:cmAuthor id="505" name="Sky.Wang" initials="" lastIdx="10" clrIdx="0"/>
  <p:cmAuthor id="507" name="雕刻时光 1987" initials="雕" lastIdx="1" clrIdx="23"/>
  <p:cmAuthor id="508" name="Chen Gin" initials="C" lastIdx="0" clrIdx="1"/>
  <p:cmAuthor id="509" name="YUN Jiayue" initials="Y" lastIdx="9" clrIdx="0"/>
  <p:cmAuthor id="510" name="ST-Zhaoyamo" initials="S" lastIdx="18" clrIdx="1"/>
  <p:cmAuthor id="512" name="未知用户140" initials="未" lastIdx="0" clrIdx="1"/>
  <p:cmAuthor id="513" name="王 金谦" initials="王" lastIdx="2" clrIdx="21"/>
  <p:cmAuthor id="515" name="王 婧" initials="王" lastIdx="1" clrIdx="19"/>
  <p:cmAuthor id="516" name="未知用户197" initials="未" lastIdx="0" clrIdx="1"/>
  <p:cmAuthor id="517" name="CommUser" initials="C" lastIdx="4" clrIdx="0"/>
  <p:cmAuthor id="518" name="未知用户50" initials="未" lastIdx="1" clrIdx="0"/>
  <p:cmAuthor id="519" name="肖婧" initials="肖" lastIdx="7" clrIdx="0"/>
  <p:cmAuthor id="520" name="谢静波" initials="谢" lastIdx="1" clrIdx="727"/>
  <p:cmAuthor id="523" name="njlife" initials="n" lastIdx="2" clrIdx="0"/>
  <p:cmAuthor id="524" name="韩喆权" initials="韩" lastIdx="1" clrIdx="0"/>
  <p:cmAuthor id="525" name="China" initials="C" lastIdx="1" clrIdx="0"/>
  <p:cmAuthor id="526" name="康炳振" initials="康" lastIdx="1" clrIdx="0"/>
  <p:cmAuthor id="527" name="朱明霞" initials="朱" lastIdx="3" clrIdx="0"/>
  <p:cmAuthor id="528" name="bai bai" initials="b" lastIdx="1" clrIdx="0"/>
  <p:cmAuthor id="529" name="郭敏娜(Minna Guo)" initials="郭" lastIdx="1" clrIdx="1"/>
  <p:cmAuthor id="530" name="xiaoxuan Zeng" initials="x" lastIdx="1" clrIdx="0"/>
  <p:cmAuthor id="531" name="未知用户190" initials="未" lastIdx="1" clrIdx="0"/>
  <p:cmAuthor id="532" name="Qu song" initials="Q" lastIdx="1" clrIdx="23"/>
  <p:cmAuthor id="533" name="tcymr" initials="t" lastIdx="1" clrIdx="126"/>
  <p:cmAuthor id="534" name="ansen emma" initials="a" lastIdx="1" clrIdx="18"/>
  <p:cmAuthor id="535" name="未知用户80" initials="未" lastIdx="2" clrIdx="0"/>
  <p:cmAuthor id="536" name="贺龙" initials="贺" lastIdx="1" clrIdx="0"/>
  <p:cmAuthor id="537" name="未知用户212" initials="未" lastIdx="1" clrIdx="0"/>
  <p:cmAuthor id="538" name="叶茂甫" initials="叶" lastIdx="1" clrIdx="0"/>
  <p:cmAuthor id="540" name="黄 兴贵" initials="黄" lastIdx="1" clrIdx="0"/>
  <p:cmAuthor id="541" name="BIAN Mengyan" initials="B" lastIdx="1" clrIdx="0"/>
  <p:cmAuthor id="542" name="1" initials="1" lastIdx="1" clrIdx="0"/>
  <p:cmAuthor id="543" name="王芳" initials="王" lastIdx="14" clrIdx="0"/>
  <p:cmAuthor id="544" name="xingxf" initials="x" lastIdx="2" clrIdx="0"/>
  <p:cmAuthor id="545" name="office2016mac05452" initials="o" lastIdx="1" clrIdx="0"/>
  <p:cmAuthor id="546" name="qqqqq" initials="q" lastIdx="2" clrIdx="0"/>
  <p:cmAuthor id="547" name="杨 贺春" initials="杨" lastIdx="1" clrIdx="81"/>
  <p:cmAuthor id="548" name="超乎想象" initials="超" lastIdx="1" clrIdx="176"/>
  <p:cmAuthor id="549" name="吕永朋" initials="吕" lastIdx="1" clrIdx="0"/>
  <p:cmAuthor id="550" name="未知用户338" initials="未" lastIdx="1" clrIdx="0"/>
  <p:cmAuthor id="551" name="未知用户339" initials="未" lastIdx="1" clrIdx="0"/>
  <p:cmAuthor id="552" name="远 姚" initials="远" lastIdx="1" clrIdx="137"/>
  <p:cmAuthor id="553" name="华为" initials="华" lastIdx="1" clrIdx="552"/>
  <p:cmAuthor id="554" name="未知用户223" initials="未" lastIdx="1" clrIdx="0"/>
  <p:cmAuthor id="555" name="未知用户225" initials="未" lastIdx="1" clrIdx="0"/>
  <p:cmAuthor id="556" name="许 爽" initials="许" lastIdx="1" clrIdx="207"/>
  <p:cmAuthor id="557" name="未知用户314" initials="未" lastIdx="1" clrIdx="0"/>
  <p:cmAuthor id="8535702" name="曾蓓/贝贝" initials="曾" lastIdx="0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2" name="未知用户320" initials="未" lastIdx="3" clrIdx="0"/>
  <p:cmAuthor id="563" name="未知用户321" initials="未" lastIdx="1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zhang li" initials="" lastIdx="1" clrIdx="138"/>
  <p:cmAuthor id="728" name="未知用户319" initials="" lastIdx="7" clrIdx="0"/>
  <p:cmAuthor id="729" name="leonl" initials="l" lastIdx="2" clrIdx="728"/>
  <p:cmAuthor id="731" name="张洲萌" initials="张" lastIdx="1" clrIdx="23"/>
  <p:cmAuthor id="732" name="刘孟莹" initials="刘" lastIdx="1" clrIdx="731"/>
  <p:cmAuthor id="733" name="chenrong33" initials="c" lastIdx="2" clrIdx="205"/>
  <p:cmAuthor id="734" name="SHMILY" initials="S" lastIdx="1" clrIdx="0"/>
  <p:cmAuthor id="735" name="李 惠" initials="李" lastIdx="1" clrIdx="0"/>
  <p:cmAuthor id="736" name="yiwei zhu" initials="y" lastIdx="14" clrIdx="0"/>
  <p:cmAuthor id="737" name="catlaohu" initials="c" lastIdx="2" clrIdx="0"/>
  <p:cmAuthor id="738" name="wangmz16" initials="w" lastIdx="1" clrIdx="737"/>
  <p:cmAuthor id="739" name="Mia Vida Villanueva" initials="M" lastIdx="1" clrIdx="0"/>
  <p:cmAuthor id="740" name="未知用户3" initials="未" lastIdx="0" clrIdx="0"/>
  <p:cmAuthor id="741" name="Eliva Sun" initials="E" lastIdx="1" clrIdx="0"/>
  <p:cmAuthor id="742" name="liyang258" initials="l" lastIdx="1" clrIdx="730"/>
  <p:cmAuthor id="743" name="mengwanchun" initials="m" lastIdx="1" clrIdx="742"/>
  <p:cmAuthor id="744" name="gayxb" initials="g" lastIdx="1" clrIdx="743"/>
  <p:cmAuthor id="745" name="lish54" initials="l" lastIdx="2" clrIdx="744"/>
  <p:cmAuthor id="746" name="Lenovo" initials="L" lastIdx="1" clrIdx="745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5" name="wtt" initials="w" lastIdx="0" clrIdx="0"/>
  <p:cmAuthor id="757" name="崔冶鸣（内蒙古英才管培生）" initials="崔" lastIdx="1" clrIdx="0"/>
  <p:cmAuthor id="758" name="赵博洋(L. D.)" initials="赵" lastIdx="1" clrIdx="2"/>
  <p:cmAuthor id="759" name="张逸晨" initials="张" lastIdx="1" clrIdx="0"/>
  <p:cmAuthor id="760" name="sizx" initials="s" lastIdx="2" clrIdx="759"/>
  <p:cmAuthor id="761" name="雨林木风" initials="雨" lastIdx="14" clrIdx="1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771" name="39538" initials="3" lastIdx="1" clrIdx="77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812" name="a1270005862@outlook.com" initials="a" lastIdx="1" clrIdx="177"/>
  <p:cmAuthor id="813" name="泰康自贡本部" initials="泰" lastIdx="1" clrIdx="812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liu tingting" initials="lt" lastIdx="1" clrIdx="137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李 捷" initials="李" lastIdx="1" clrIdx="209"/>
  <p:cmAuthor id="839" name="未知用户488" initials="未" lastIdx="10" clrIdx="0"/>
  <p:cmAuthor id="49837072" name="刘 孟莹" initials="刘" lastIdx="1" clrIdx="729"/>
  <p:cmAuthor id="840" name="未知用户490" initials="未" lastIdx="1" clrIdx="0"/>
  <p:cmAuthor id="49837073" name="郑骏" initials="郑骏" lastIdx="1" clrIdx="209"/>
  <p:cmAuthor id="841" name="未知用户477" initials="未" lastIdx="2" clrIdx="0"/>
  <p:cmAuthor id="49837074" name="余森" initials="余森" lastIdx="1" clrIdx="449"/>
  <p:cmAuthor id="842" name="未知用户478" initials="未" lastIdx="1" clrIdx="0"/>
  <p:cmAuthor id="49837075" name="孙 鹏" initials="孙" lastIdx="1" clrIdx="746"/>
  <p:cmAuthor id="843" name="未知用户479" initials="未" lastIdx="0" clrIdx="8"/>
  <p:cmAuthor id="49837076" name="肖琼" initials="肖琼" lastIdx="1" clrIdx="453"/>
  <p:cmAuthor id="844" name="未知用户480" initials="未" lastIdx="1" clrIdx="0"/>
  <p:cmAuthor id="49837077" name="朱晓彤" initials="C" lastIdx="1" clrIdx="454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廖爽亚" initials="廖" lastIdx="4" clrIdx="2"/>
  <p:cmAuthor id="857" name="zilong.li" initials="z" lastIdx="4" clrIdx="0"/>
  <p:cmAuthor id="858" name="James Conard" initials="J" lastIdx="3" clrIdx="0"/>
  <p:cmAuthor id="859" name="TaiKang" initials="T" lastIdx="0" clrIdx="0"/>
  <p:cmAuthor id="860" name="liubw07" initials="l" lastIdx="1" clrIdx="859"/>
  <p:cmAuthor id="861" name="seki" initials="s" lastIdx="1" clrIdx="0"/>
  <p:cmAuthor id="863" name="daliang xu" initials="d" lastIdx="1" clrIdx="0"/>
  <p:cmAuthor id="864" name="刘凯欣" initials="刘" lastIdx="2" clrIdx="0"/>
  <p:cmAuthor id="865" name="3930" initials="3" lastIdx="1" clrIdx="24"/>
  <p:cmAuthor id="866" name="Chinalife_Cz" initials="C" lastIdx="1" clrIdx="0"/>
  <p:cmAuthor id="867" name="M7100z-win7" initials="M" lastIdx="1" clrIdx="6"/>
  <p:cmAuthor id="868" name="李昀东" initials="李" lastIdx="1" clrIdx="0"/>
  <p:cmAuthor id="869" name="未知用户52" initials="未" lastIdx="10" clrIdx="0"/>
  <p:cmAuthor id="870" name="理者" initials="理" lastIdx="2" clrIdx="0"/>
  <p:cmAuthor id="871" name="闪电杰尼" initials="闪" lastIdx="1" clrIdx="870"/>
  <p:cmAuthor id="873" name="t-1i-caiwu" initials="t" lastIdx="2" clrIdx="0"/>
  <p:cmAuthor id="874" name="zhaoyue46" initials="z" lastIdx="6" clrIdx="0"/>
  <p:cmAuthor id="875" name="449030419@qq.com" initials="4" lastIdx="1" clrIdx="0"/>
  <p:cmAuthor id="876" name="未知用户111" initials="未" lastIdx="2" clrIdx="0"/>
  <p:cmAuthor id="877" name="未知用户112" initials="未" lastIdx="1" clrIdx="0"/>
  <p:cmAuthor id="878" name="未知用户113" initials="未" lastIdx="1" clrIdx="0"/>
  <p:cmAuthor id="879" name="姜伟光" initials="姜" lastIdx="1" clrIdx="0"/>
  <p:cmAuthor id="880" name="宋洁然" initials="宋" lastIdx="2" clrIdx="1"/>
  <p:cmAuthor id="881" name="ming qiu" initials="m" lastIdx="17" clrIdx="1"/>
  <p:cmAuthor id="882" name="Eileen Yi" initials="E" lastIdx="35" clrIdx="8"/>
  <p:cmAuthor id="883" name="dellwin" initials="d" lastIdx="5" clrIdx="0"/>
  <p:cmAuthor id="884" name="未知用户410" initials="未" lastIdx="1" clrIdx="0"/>
  <p:cmAuthor id="885" name=" " initials=" " lastIdx="1" clrIdx="1"/>
  <p:cmAuthor id="886" name="张妍" initials="张" lastIdx="3" clrIdx="0"/>
  <p:cmAuthor id="887" name="wangqi01-lhe" initials="w" lastIdx="3" clrIdx="23"/>
  <p:cmAuthor id="888" name="ae2000" initials="a" lastIdx="1" clrIdx="0"/>
  <p:cmAuthor id="889" name="黄梅" initials="黄" lastIdx="1" clrIdx="1"/>
  <p:cmAuthor id="890" name="赵生杰" initials="赵" lastIdx="1" clrIdx="0"/>
  <p:cmAuthor id="891" name="yuxue" initials="y" lastIdx="1" clrIdx="3"/>
  <p:cmAuthor id="892" name="Abel" initials="A" lastIdx="1" clrIdx="0"/>
  <p:cmAuthor id="893" name="xq" initials="x" lastIdx="2" clrIdx="11"/>
  <p:cmAuthor id="894" name="FrogPrince1121" initials="F" lastIdx="1" clrIdx="1"/>
  <p:cmAuthor id="895" name="刘莹" initials="刘" lastIdx="1" clrIdx="2"/>
  <p:cmAuthor id="896" name="hasee" initials="h" lastIdx="1" clrIdx="0"/>
  <p:cmAuthor id="897" name="贝贝ai猪" initials="贝" lastIdx="1" clrIdx="119"/>
  <p:cmAuthor id="898" name="User_2" initials="U" lastIdx="3" clrIdx="1"/>
  <p:cmAuthor id="899" name="未知用户42" initials="未" lastIdx="1" clrIdx="15"/>
  <p:cmAuthor id="900" name="sdzz-syy" initials="s" lastIdx="1" clrIdx="0"/>
  <p:cmAuthor id="901" name="谢俊/技术总监室/软件开发中心/总行机关/ABC" initials="谢" lastIdx="141" clrIdx="2"/>
  <p:cmAuthor id="902" name="CN=谢俊/OU=技术总监室/OU=软件开发中心/OU=总行机关/O=ABC" initials="C" lastIdx="3" clrIdx="3"/>
  <p:cmAuthor id="903" name="wpp" initials="w" lastIdx="0" clrIdx="0"/>
  <p:cmAuthor id="904" name="nieyp" initials="n" lastIdx="2" clrIdx="0"/>
  <p:cmAuthor id="905" name="AbuSina" initials="A" lastIdx="2" clrIdx="0"/>
  <p:cmAuthor id="906" name="zhengwen" initials="z" lastIdx="1" clrIdx="0"/>
  <p:cmAuthor id="907" name="chinalife" initials="c" lastIdx="1" clrIdx="0"/>
  <p:cmAuthor id="908" name="wangsc" initials="w" lastIdx="1" clrIdx="34"/>
  <p:cmAuthor id="909" name="tk-taiyuan" initials="t" lastIdx="1" clrIdx="741"/>
  <p:cmAuthor id="910" name="chenzheng4" initials="c" lastIdx="1" clrIdx="22"/>
  <p:cmAuthor id="911" name="王 震环" initials="王" lastIdx="6" clrIdx="23"/>
  <p:cmAuthor id="912" name="郄 琰" initials="郄" lastIdx="1" clrIdx="0"/>
  <p:cmAuthor id="913" name="T K" initials="T" lastIdx="2" clrIdx="96"/>
  <p:cmAuthor id="914" name="Saku Uchikawa" initials="S" lastIdx="11" clrIdx="0"/>
  <p:cmAuthor id="916" name="罗梁" initials="罗" lastIdx="1" clrIdx="36"/>
  <p:cmAuthor id="917" name="z cl" initials="z" lastIdx="8" clrIdx="0"/>
  <p:cmAuthor id="918" name="liuys40" initials="l" lastIdx="1" clrIdx="3"/>
  <p:cmAuthor id="919" name="刘 帅" initials="刘" lastIdx="1" clrIdx="0"/>
  <p:cmAuthor id="920" name="martin" initials="m" lastIdx="0" clrIdx="2"/>
  <p:cmAuthor id="921" name="qin yu" initials="q" lastIdx="2" clrIdx="4"/>
  <p:cmAuthor id="922" name="沈 秀敏" initials="沈" lastIdx="2" clrIdx="0"/>
  <p:cmAuthor id="923" name="Simona" initials="S" lastIdx="1" clrIdx="0"/>
  <p:cmAuthor id="924" name="李建阳（内蒙古英才管培生）" initials="李" lastIdx="2" clrIdx="0"/>
  <p:cmAuthor id="925" name="马靖松" initials="马" lastIdx="1" clrIdx="0"/>
  <p:cmAuthor id="926" name="pingchangxin@outlook.com LI" initials="p" lastIdx="5" clrIdx="0"/>
  <p:cmAuthor id="927" name="张晓燕(内蒙古巴彦淖尔)" initials="张" lastIdx="1" clrIdx="0"/>
  <p:cmAuthor id="268064162" name="金鱼·张晨·远想·项目经理" initials="金" lastIdx="0" clrIdx="0"/>
  <p:cmAuthor id="928" name="王凯" initials="王" lastIdx="1" clrIdx="0"/>
  <p:cmAuthor id="268064163" name="JOHNNY GAO" initials="JG" lastIdx="1" clrIdx="2"/>
  <p:cmAuthor id="929" name="沈琪-pbj" initials="沈" lastIdx="1" clrIdx="0"/>
  <p:cmAuthor id="268064164" name="江 玲" initials="江" lastIdx="1" clrIdx="14"/>
  <p:cmAuthor id="931" name="330488008@qq.com" initials="3" lastIdx="4" clrIdx="23"/>
  <p:cmAuthor id="932" name="LUO CHENG" initials="L" lastIdx="1" clrIdx="0"/>
  <p:cmAuthor id="933" name="scx" initials="s" lastIdx="1" clrIdx="0"/>
  <p:cmAuthor id="934" name="shenyanning-001" initials="s" lastIdx="8" clrIdx="0"/>
  <p:cmAuthor id="935" name="lipengfei01111@outlook.com" initials="l" lastIdx="1" clrIdx="0"/>
  <p:cmAuthor id="936" name="Microsoft 帐户" initials="M" lastIdx="1" clrIdx="0"/>
  <p:cmAuthor id="937" name="Evander Wan" initials="E" lastIdx="7" clrIdx="1"/>
  <p:cmAuthor id="938" name="Elfie" initials="E" lastIdx="1" clrIdx="0"/>
  <p:cmAuthor id="939" name="Simon Camp" initials="S" lastIdx="1" clrIdx="0"/>
  <p:cmAuthor id="940" name="郭佳宏" initials="郭" lastIdx="1" clrIdx="0"/>
  <p:cmAuthor id="941" name="王书珍" initials="王" lastIdx="1" clrIdx="1"/>
  <p:cmAuthor id="942" name="何兴胜" initials="何" lastIdx="3" clrIdx="0"/>
  <p:cmAuthor id="943" name="bing" initials="b" lastIdx="2" clrIdx="0"/>
  <p:cmAuthor id="944" name="hh" initials="h" lastIdx="1" clrIdx="0"/>
  <p:cmAuthor id="945" name="273839920@qq.com" initials="2" lastIdx="1" clrIdx="0"/>
  <p:cmAuthor id="946" name="志国 刘" initials="志" lastIdx="1" clrIdx="0"/>
  <p:cmAuthor id="947" name="陈健" initials="陈" lastIdx="1" clrIdx="138"/>
  <p:cmAuthor id="948" name="Hope0187" initials="H" lastIdx="1" clrIdx="6"/>
  <p:cmAuthor id="949" name="靖千 罗" initials="靖" lastIdx="1" clrIdx="82"/>
  <p:cmAuthor id="950" name="舒迪" initials="舒" lastIdx="2" clrIdx="0"/>
  <p:cmAuthor id="951" name="孙青川" initials="孙" lastIdx="2" clrIdx="1"/>
  <p:cmAuthor id="952" name="张 美红" initials="张" lastIdx="1" clrIdx="120"/>
  <p:cmAuthor id="953" name="8613607323127" initials="8" lastIdx="1" clrIdx="196"/>
  <p:cmAuthor id="954" name="王 伟" initials="王" lastIdx="1" clrIdx="207"/>
  <p:cmAuthor id="955" name="69395" initials="6" lastIdx="2" clrIdx="175"/>
  <p:cmAuthor id="956" name="hanwen luo" initials="h" lastIdx="1" clrIdx="33"/>
  <p:cmAuthor id="957" name="Cpic" initials="C" lastIdx="0" clrIdx="0"/>
  <p:cmAuthor id="958" name="肖雪杉" initials="肖" lastIdx="1" clrIdx="97"/>
  <p:cmAuthor id="959" name="小田" initials="小" lastIdx="1" clrIdx="0"/>
  <p:cmAuthor id="960" name="刘 念" initials="刘" lastIdx="2" clrIdx="35"/>
  <p:cmAuthor id="961" name="Wangzhi gang" initials="W" lastIdx="1" clrIdx="0"/>
  <p:cmAuthor id="962" name="庄伟铭zwm136200" initials="庄" lastIdx="1" clrIdx="1"/>
  <p:cmAuthor id="963" name="张 凯" initials="张" lastIdx="1" clrIdx="34"/>
  <p:cmAuthor id="964" name="喰?" initials="喰" lastIdx="20" clrIdx="0"/>
  <p:cmAuthor id="965" name="CNTP" initials="C" lastIdx="2" clrIdx="118"/>
  <p:cmAuthor id="966" name="李柯然" initials="李" lastIdx="1" clrIdx="0"/>
  <p:cmAuthor id="967" name="LENOVO" initials="L" lastIdx="1" clrIdx="0"/>
  <p:cmAuthor id="968" name="li hw" initials="l" lastIdx="1" clrIdx="36"/>
  <p:cmAuthor id="969" name="王玉" initials="王" lastIdx="1" clrIdx="0"/>
  <p:cmAuthor id="970" name="Ming Zuo" initials="M" lastIdx="1" clrIdx="0"/>
  <p:cmAuthor id="971" name="FR" initials="F" lastIdx="1" clrIdx="93"/>
  <p:cmAuthor id="972" name="Office User" initials="O" lastIdx="1" clrIdx="94"/>
  <p:cmAuthor id="973" name="张星-lgd" initials="张" lastIdx="5" clrIdx="0"/>
  <p:cmAuthor id="974" name="dreamsummit" initials="d" lastIdx="1" clrIdx="0"/>
  <p:cmAuthor id="975" name="张 博" initials="张" lastIdx="1" clrIdx="0"/>
  <p:cmAuthor id="976" name="LS" initials="L" lastIdx="1" clrIdx="0"/>
  <p:cmAuthor id="977" name="2819264246@qq.com" initials="2" lastIdx="1" clrIdx="22"/>
  <p:cmAuthor id="978" name="Morgan, Aaron" initials="M" lastIdx="3" clrIdx="1"/>
  <p:cmAuthor id="979" name="weige" initials="w" lastIdx="2" clrIdx="0"/>
  <p:cmAuthor id="980" name="chen" initials="c" lastIdx="1" clrIdx="0"/>
  <p:cmAuthor id="981" name="李 俊琦" initials="李" lastIdx="1" clrIdx="0"/>
  <p:cmAuthor id="2000" name="张静_QZZvv2Aj" initials="authorId_625078060" lastIdx="1658295" clrIdx="95"/>
  <p:cmAuthor id="982" name="沈 鹤" initials="沈" lastIdx="1" clrIdx="5"/>
  <p:cmAuthor id="2001" name="张婧玉" initials="张婧玉" lastIdx="1" clrIdx="96"/>
  <p:cmAuthor id="983" name="jilin" initials="j" lastIdx="20" clrIdx="0"/>
  <p:cmAuthor id="2002" name="钱 伟强" initials="钱" lastIdx="2" clrIdx="2"/>
  <p:cmAuthor id="984" name="王保青-pah" initials="王" lastIdx="0" clrIdx="0"/>
  <p:cmAuthor id="985" name="Luo Mingjie" initials="L" lastIdx="0" clrIdx="0"/>
  <p:cmAuthor id="986" name="Jason Li" initials="J" lastIdx="1" clrIdx="2"/>
  <p:cmAuthor id="987" name="duxingge" initials="d" lastIdx="2" clrIdx="4"/>
  <p:cmAuthor id="988" name="tangjx03" initials="t" lastIdx="1" clrIdx="987"/>
  <p:cmAuthor id="989" name="yingchao xi" initials="y" lastIdx="7" clrIdx="0"/>
  <p:cmAuthor id="990" name="depeng diao" initials="d" lastIdx="0" clrIdx="0"/>
  <p:cmAuthor id="991" name="amyzhang" initials="a" lastIdx="1" clrIdx="0"/>
  <p:cmAuthor id="992" name="JerryW" initials="J" lastIdx="1" clrIdx="0"/>
  <p:cmAuthor id="210492765" name="施普希（菜菜）" initials="施" lastIdx="0" clrIdx="0"/>
  <p:cmAuthor id="993" name="shenyy" initials="s" lastIdx="1" clrIdx="7"/>
  <p:cmAuthor id="210492766" name="曹 朝辉" initials="曹" lastIdx="1" clrIdx="14"/>
  <p:cmAuthor id="994" name="Jason Cheung" initials="J" lastIdx="0" clrIdx="0"/>
  <p:cmAuthor id="210492767" name="穆 峯" initials="穆" lastIdx="1" clrIdx="771"/>
  <p:cmAuthor id="995" name="刘笑" initials="刘" lastIdx="1" clrIdx="0"/>
  <p:cmAuthor id="210492768" name="穆怀昊" initials="穆怀昊" lastIdx="1" clrIdx="745"/>
  <p:cmAuthor id="996" name="admini" initials="a" lastIdx="2" clrIdx="0"/>
  <p:cmAuthor id="997" name="Maggie" initials="M" lastIdx="1" clrIdx="0"/>
  <p:cmAuthor id="998" name="zhangcy58" initials="z" lastIdx="2" clrIdx="997"/>
  <p:cmAuthor id="1001" name="zhangry17" initials="z" lastIdx="1" clrIdx="1000"/>
  <p:cmAuthor id="1004" name="赵威然" initials="赵" lastIdx="1" clrIdx="0"/>
  <p:cmAuthor id="1005" name="王朋" initials="王" lastIdx="1" clrIdx="0"/>
  <p:cmAuthor id="1006" name="胡君" initials="胡" lastIdx="20" clrIdx="0"/>
  <p:cmAuthor id="1007" name="Geffrey Pan" initials="G" lastIdx="1" clrIdx="3"/>
  <p:cmAuthor id="1008" name="曾 继" initials="曾" lastIdx="1" clrIdx="1"/>
  <p:cmAuthor id="1009" name="孟家兴" initials="孟" lastIdx="1" clrIdx="0"/>
  <p:cmAuthor id="1010" name="周俏林" initials="周" lastIdx="1" clrIdx="0"/>
  <p:cmAuthor id="1011" name="W Nic" initials="W" lastIdx="1" clrIdx="0"/>
  <p:cmAuthor id="1012" name="Vicky Cheung" initials="V" lastIdx="2" clrIdx="0"/>
  <p:cmAuthor id="1013" name="Guangming" initials="G" lastIdx="1" clrIdx="81"/>
  <p:cmAuthor id="1014" name="康玮华" initials="康" lastIdx="1" clrIdx="0"/>
  <p:cmAuthor id="1015" name="Alina" initials="A" lastIdx="1" clrIdx="1010"/>
  <p:cmAuthor id="1016" name="姜伟齐" initials="姜" lastIdx="1" clrIdx="0"/>
  <p:cmAuthor id="1017" name="袁 栋" initials="袁" lastIdx="1" clrIdx="34"/>
  <p:cmAuthor id="1018" name="马琛琛" initials="马" lastIdx="1" clrIdx="0"/>
  <p:cmAuthor id="146566726" name="高飞" initials="高" lastIdx="0" clrIdx="0"/>
  <p:cmAuthor id="146566727" name="xzb1" initials="x" lastIdx="1" clrIdx="1"/>
  <p:cmAuthor id="467" name="未知用户103" initials="未" lastIdx="2" clrIdx="1"/>
  <p:cmAuthor id="1316121250" name="guo yin" initials="gy" lastIdx="2" clrIdx="956"/>
  <p:cmAuthor id="514" name="未知用户6" initials="未" lastIdx="1" clrIdx="0"/>
  <p:cmAuthor id="521" name="CPIC" initials="C" lastIdx="1" clrIdx="96"/>
  <p:cmAuthor id="522" name="qiuzq02" initials="q" lastIdx="1" clrIdx="81"/>
  <p:cmAuthor id="747" name="闫旭" initials="闫旭" lastIdx="1" clrIdx="746"/>
  <p:cmAuthor id="999" name="Virginia" initials="V" lastIdx="7" clrIdx="0"/>
  <p:cmAuthor id="1000" name="lvpd" initials="l" lastIdx="1" clrIdx="999"/>
  <p:cmAuthor id="1002" name="石磊" initials="石磊" lastIdx="1" clrIdx="1001"/>
  <p:cmAuthor id="1025" name="tk" initials="t" lastIdx="1" clrIdx="1024"/>
  <p:cmAuthor id="1028" name="win11" initials="w" lastIdx="1" clrIdx="1027"/>
  <p:cmAuthor id="930" name="杨舟" initials="杨" lastIdx="1" clrIdx="97"/>
  <p:cmAuthor id="1316121251" name="abc" initials="a" lastIdx="1" clrIdx="954"/>
  <p:cmAuthor id="1003" name="likq06" initials="l" lastIdx="1" clrIdx="1002"/>
  <p:cmAuthor id="1034" name="Kathy" initials="K" lastIdx="1" clrIdx="1033"/>
  <p:cmAuthor id="1035" name="yanchao04" initials="y" lastIdx="1" clrIdx="1020"/>
  <p:cmAuthor id="1039" name="鲁守吉" initials="鲁" lastIdx="1" clrIdx="726"/>
  <p:cmAuthor id="1040" name="金海燕" initials="金" lastIdx="1" clrIdx="446"/>
  <p:cmAuthor id="1041" name="SDTAGX008" initials="S" lastIdx="1" clrIdx="734"/>
  <p:cmAuthor id="1043" name="chenjy1018@outlook.com" initials="c" lastIdx="1" clrIdx="463"/>
  <p:cmAuthor id="1046" name="沈奂" initials="沈奂" lastIdx="1" clrIdx="1045"/>
  <p:cmAuthor id="1052" name="Modle" initials="M" lastIdx="1" clrIdx="0"/>
  <p:cmAuthor id="1053" name="liangzx07" initials="l" lastIdx="2" clrIdx="1052"/>
  <p:cmAuthor id="1054" name="karen" initials="k" lastIdx="1" clrIdx="27"/>
  <p:cmAuthor id="1058" name="77192" initials="7" lastIdx="1" clrIdx="149"/>
  <p:cmAuthor id="1059" name="zhangruimin" initials="z" lastIdx="1" clrIdx="1058"/>
  <p:cmAuthor id="1061" name="甘 露" initials="甘" lastIdx="5" clrIdx="111"/>
  <p:cmAuthor id="1062" name="大勇哥" initials="大" lastIdx="1" clrIdx="223"/>
  <p:cmAuthor id="1066" name="万 江波" initials="万" lastIdx="1" clrIdx="0"/>
  <p:cmAuthor id="1067" name="wangcz2" initials="w" lastIdx="3" clrIdx="0"/>
  <p:cmAuthor id="1068" name="l" initials="l" lastIdx="1" clrIdx="93"/>
  <p:cmAuthor id="1070" name="liulan" initials="l" lastIdx="7" clrIdx="22"/>
  <p:cmAuthor id="1072" name="MY" initials="M" lastIdx="1" clrIdx="753"/>
  <p:cmAuthor id="1076" name="郑雅欣---寿险总公司营销市场部" initials="郑" lastIdx="1" clrIdx="0"/>
  <p:cmAuthor id="1080" name="李岩" initials="李" lastIdx="4" clrIdx="0"/>
  <p:cmAuthor id="1086" name="miao zhang" initials="m" lastIdx="1" clrIdx="22"/>
  <p:cmAuthor id="1087" name="郭文侠" initials="郭" lastIdx="1" clrIdx="225"/>
  <p:cmAuthor id="1088" name="阳 焦" initials="阳" lastIdx="1" clrIdx="0"/>
  <p:cmAuthor id="1092" name="崔阳阳" initials="崔" lastIdx="1" clrIdx="453"/>
  <p:cmAuthor id="1093" name="Lee Melo" initials="L" lastIdx="1" clrIdx="0"/>
  <p:cmAuthor id="1095" name="运营" initials="运" lastIdx="1" clrIdx="101"/>
  <p:cmAuthor id="1097" name="徐晓丽" initials="徐" lastIdx="1" clrIdx="23"/>
  <p:cmAuthor id="1098" name="星辰" initials="星" lastIdx="1" clrIdx="217"/>
  <p:cmAuthor id="1099" name="戴方方" initials="戴" lastIdx="3" clrIdx="0"/>
  <p:cmAuthor id="1100" name="陈 明东" initials="陈" lastIdx="1" clrIdx="0"/>
  <p:cmAuthor id="1101" name="office user" initials="o" lastIdx="1" clrIdx="2"/>
  <p:cmAuthor id="1103" name="office365" initials="o" lastIdx="1" clrIdx="22"/>
  <p:cmAuthor id="1105" name="甄 建文" initials="甄" lastIdx="4" clrIdx="24"/>
  <p:cmAuthor id="1107" name="章梦滢" initials="章" lastIdx="5" clrIdx="0"/>
  <p:cmAuthor id="1108" name="yangsl33" initials="y" lastIdx="2" clrIdx="1107"/>
  <p:cmAuthor id="1109" name="57867" initials="5" lastIdx="1" clrIdx="95"/>
  <p:cmAuthor id="1110" name="未知用户49" initials="未" lastIdx="1" clrIdx="0"/>
  <p:cmAuthor id="1112" name="Chris French" initials="C" lastIdx="68" clrIdx="4"/>
  <p:cmAuthor id="1113" name="phoena" initials="p" lastIdx="2" clrIdx="1112"/>
  <p:cmAuthor id="1115" name="Melissa" initials="M" lastIdx="1" clrIdx="239"/>
  <p:cmAuthor id="1116" name="tcymr@163.com" initials="t" lastIdx="0" clrIdx="2"/>
  <p:cmAuthor id="1119" name="congxuesong" initials="c" lastIdx="4" clrIdx="1"/>
  <p:cmAuthor id="1123" name="陈冰靓" initials="陈" lastIdx="1" clrIdx="1"/>
  <p:cmAuthor id="1129" name="叶 俊锋" initials="叶" lastIdx="0" clrIdx="4"/>
  <p:cmAuthor id="1130" name="YANGCHENG" initials="Y" lastIdx="1" clrIdx="0"/>
  <p:cmAuthor id="1133" name="why" initials="w" lastIdx="2" clrIdx="32"/>
  <p:cmAuthor id="1136" name="wuyizhe" initials="w" lastIdx="0" clrIdx="0"/>
  <p:cmAuthor id="1163" name="吴 育明" initials="吴" lastIdx="3" clrIdx="0"/>
  <p:cmAuthor id="1167" name="19140" initials="1" lastIdx="2" clrIdx="0"/>
  <p:cmAuthor id="1168" name="刘沐妍" initials="刘" lastIdx="4" clrIdx="1"/>
  <p:cmAuthor id="511" name="用户查看" initials="用" lastIdx="1" clrIdx="0"/>
  <p:cmAuthor id="1083" name="段国腾" initials="段国腾" lastIdx="1" clrIdx="1082"/>
  <p:cmAuthor id="1104" name="caibiao02" initials="caibiao02" lastIdx="1" clrIdx="1103"/>
  <p:cmAuthor id="1111" name="yuelin" initials="y" lastIdx="1" clrIdx="1110"/>
  <p:cmAuthor id="1051" name="lih32" initials="l" lastIdx="1" clrIdx="1050"/>
  <p:cmAuthor id="1091" name="程玉珍" initials="程" lastIdx="2" clrIdx="143"/>
  <p:cmAuthor id="1096" name="13954" initials="1" lastIdx="1" clrIdx="228"/>
  <p:cmAuthor id="1030" name="未知用户102" initials="未" lastIdx="2" clrIdx="0"/>
  <p:cmAuthor id="1064" name="liuqing46" initials="liuqing46" lastIdx="2" clrIdx="1063"/>
  <p:cmAuthor id="1033" name="47519" initials="4" lastIdx="1" clrIdx="1032"/>
  <p:cmAuthor id="506" name="张林林" initials="张" lastIdx="1" clrIdx="0"/>
  <p:cmAuthor id="1048" name="李俊昭" initials="徐力" lastIdx="2" clrIdx="1047"/>
  <p:cmAuthor id="1037" name="huangxm31" initials="h" lastIdx="1" clrIdx="740"/>
  <p:cmAuthor id="1047" name="mazn01" initials="m" lastIdx="1" clrIdx="1046"/>
  <p:cmAuthor id="1063" name="jinrui02" initials="j" lastIdx="2" clrIdx="1006"/>
  <p:cmAuthor id="1065" name="nieting01" initials="n" lastIdx="1" clrIdx="1064"/>
  <p:cmAuthor id="1071" name="史 喜英" initials="史" lastIdx="6" clrIdx="728"/>
  <p:cmAuthor id="1073" name="zhoukx03" initials="z" lastIdx="1" clrIdx="1072"/>
  <p:cmAuthor id="1075" name="张娟" initials="张" lastIdx="1" clrIdx="93"/>
  <p:cmAuthor id="1079" name="TKHB--HWP" initials="T" lastIdx="1" clrIdx="1078"/>
  <p:cmAuthor id="1085" name="鞠颂" initials="鞠" lastIdx="1" clrIdx="1084"/>
  <p:cmAuthor id="1089" name="黄超" initials="黄" lastIdx="2" clrIdx="1088"/>
  <p:cmAuthor id="1106" name="tianxy06" initials="t" lastIdx="1" clrIdx="1105"/>
  <p:cmAuthor id="1114" name="石宝红" initials="石宝红" lastIdx="2" clrIdx="1113"/>
  <p:cmAuthor id="1117" name="huxf" initials="h" lastIdx="1" clrIdx="1116"/>
  <p:cmAuthor id="1118" name="练祥凯" initials="练" lastIdx="1" clrIdx="1117"/>
  <p:cmAuthor id="1121" name="Chen" initials="C" lastIdx="1" clrIdx="94"/>
  <p:cmAuthor id="1122" name="liuzao" initials="l" lastIdx="1" clrIdx="1121"/>
  <p:cmAuthor id="1126" name="luyt05" initials="l" lastIdx="1" clrIdx="1125"/>
  <p:cmAuthor id="1128" name="yueqp" initials="y" lastIdx="1" clrIdx="1127"/>
  <p:cmAuthor id="1131" name="luoye02" initials="l" lastIdx="2" clrIdx="1130"/>
  <p:cmAuthor id="1147" name="li chen" initials="l" lastIdx="1" clrIdx="34"/>
  <p:cmAuthor id="1148" name="黄 佳昕" initials="黄" lastIdx="1" clrIdx="120"/>
  <p:cmAuthor id="1164" name="preppypan@163.com" initials="p" lastIdx="1" clrIdx="93"/>
  <p:cmAuthor id="1179" name="杨 晓彤" initials="杨" lastIdx="1" clrIdx="0"/>
  <p:cmAuthor id="1182" name="weihao05" initials="w" lastIdx="2" clrIdx="1181"/>
  <p:cmAuthor id="1183" name="JIDI" initials="J" lastIdx="0" clrIdx="0"/>
  <p:cmAuthor id="1191" name="Deng weihua" initials="D" lastIdx="1" clrIdx="21"/>
  <p:cmAuthor id="1192" name="邹维敏" initials="邹" lastIdx="1" clrIdx="91"/>
  <p:cmAuthor id="1193" name="Dlj0533" initials="D" lastIdx="1" clrIdx="96"/>
  <p:cmAuthor id="1195" name="严政宇" initials="严政宇" lastIdx="1" clrIdx="1194"/>
  <p:cmAuthor id="1199" name="王 宣" initials="王" lastIdx="1" clrIdx="2"/>
  <p:cmAuthor id="1200" name="杨淑淇❀" initials="杨" lastIdx="1" clrIdx="93"/>
  <p:cmAuthor id="1202" name="ht guo" initials="h" lastIdx="0" clrIdx="1"/>
  <p:cmAuthor id="1205" name="zhaoxx" initials="z" lastIdx="1" clrIdx="243"/>
  <p:cmAuthor id="1206" name="yunshengjun" initials="y" lastIdx="1" clrIdx="248"/>
  <p:cmAuthor id="1208" name="IdeaNova-manager" initials="I" lastIdx="1" clrIdx="0"/>
  <p:cmAuthor id="1209" name="konglu2012@126.com" initials="k" lastIdx="1" clrIdx="0"/>
  <p:cmAuthor id="1210" name="Liang Dong" initials="L" lastIdx="24" clrIdx="0"/>
  <p:cmAuthor id="1211" name="王潇" initials="王" lastIdx="1" clrIdx="426"/>
  <p:cmAuthor id="1213" name="Linjing" initials="L" lastIdx="2" clrIdx="95"/>
  <p:cmAuthor id="1226" name="Keve" initials="K" lastIdx="1" clrIdx="95"/>
  <p:cmAuthor id="1228" name="未知用户62" initials="未" lastIdx="1" clrIdx="0"/>
  <p:cmAuthor id="1229" name="wenxing" initials="w" lastIdx="3" clrIdx="0"/>
  <p:cmAuthor id="1231" name="SC-CD-YX3B-备用HP1" initials="S" lastIdx="1" clrIdx="439"/>
  <p:cmAuthor id="1232" name="紫藤无语" initials="紫" lastIdx="1" clrIdx="440"/>
  <p:cmAuthor id="1316121252" name="振旭 党" initials="振旭" lastIdx="1" clrIdx="1064"/>
  <p:cmAuthor id="1234" name="赵云" initials="赵" lastIdx="8" clrIdx="0"/>
  <p:cmAuthor id="1235" name="wdl" initials="w" lastIdx="1" clrIdx="221"/>
  <p:cmAuthor id="1237" name="L T" initials="L" lastIdx="2" clrIdx="0"/>
  <p:cmAuthor id="1238" name="吴囧囧" initials="吴" lastIdx="1" clrIdx="25"/>
  <p:cmAuthor id="1242" name="he836" initials="h" lastIdx="1" clrIdx="106"/>
  <p:cmAuthor id="1247" name="王 楠" initials="王" lastIdx="1" clrIdx="728"/>
  <p:cmAuthor id="1248" name="陈中桃" initials="陈" lastIdx="1" clrIdx="463"/>
  <p:cmAuthor id="1257" name="surface" initials="s" lastIdx="1" clrIdx="734"/>
  <p:cmAuthor id="1262" name="yyb" initials="y" lastIdx="1" clrIdx="998"/>
  <p:cmAuthor id="1272" name="刘薇" initials="刘" lastIdx="2" clrIdx="0"/>
  <p:cmAuthor id="1273" name="孙珍珍" initials="孙" lastIdx="0" clrIdx="1"/>
  <p:cmAuthor id="1274" name="李蓓" initials="李" lastIdx="4" clrIdx="2"/>
  <p:cmAuthor id="1275" name="童 灏" initials="童" lastIdx="1" clrIdx="728"/>
  <p:cmAuthor id="1159" name="easonyoun" initials="e" lastIdx="0" clrIdx="0"/>
  <p:cmAuthor id="1069" name="ZXAGX@outlook.com" initials="Z" lastIdx="1" clrIdx="138"/>
  <p:cmAuthor id="1132" name="zhaoye08" initials="z" lastIdx="1" clrIdx="1131"/>
  <p:cmAuthor id="1271" name="wanghui25" initials="w" lastIdx="2" clrIdx="0"/>
  <p:cmAuthor id="1082" name="马纪梅" initials="马" lastIdx="2" clrIdx="0"/>
  <p:cmAuthor id="1094" name="Y3-518" initials="Y" lastIdx="1" clrIdx="1093"/>
  <p:cmAuthor id="1141" name="SKY" initials="S" lastIdx="32" clrIdx="0"/>
  <p:cmAuthor id="1176" name="未知用户82" initials="未" lastIdx="1" clrIdx="0"/>
  <p:cmAuthor id="1177" name="shouzhan" initials="s" lastIdx="1" clrIdx="855"/>
  <p:cmAuthor id="1216" name="韩蕴智" initials="韩" lastIdx="1" clrIdx="434"/>
  <p:cmAuthor id="1218" name="张玮" initials="张" lastIdx="1" clrIdx="438"/>
  <p:cmAuthor id="1219" name="PXB" initials="P" lastIdx="1" clrIdx="453"/>
  <p:cmAuthor id="1220" name="TPL-1803-310253" initials="T" lastIdx="2" clrIdx="436"/>
  <p:cmAuthor id="1227" name="陆 先生" initials="陆" lastIdx="1" clrIdx="93"/>
  <p:cmAuthor id="1230" name="sl" initials="s" lastIdx="1" clrIdx="429"/>
  <p:cmAuthor id="1246" name="៰ݰ" initials="៰" lastIdx="0" clrIdx="0"/>
  <p:cmAuthor id="1250" name="霍琰" initials="霍" lastIdx="1" clrIdx="422"/>
  <p:cmAuthor id="1276" name="yJQ" initials="y" lastIdx="1" clrIdx="733"/>
  <p:cmAuthor id="1140" name="ju zhang" initials="j" lastIdx="0" clrIdx="1"/>
  <p:cmAuthor id="1155" name="楚汉公司企划部" initials="楚" lastIdx="1" clrIdx="884"/>
  <p:cmAuthor id="1173" name="未知用户66" initials="未" lastIdx="2" clrIdx="1"/>
  <p:cmAuthor id="1217" name="liushiyuan" initials="l" lastIdx="2" clrIdx="445"/>
  <p:cmAuthor id="1223" name="Disuzz" initials="D" lastIdx="2" clrIdx="189"/>
  <p:cmAuthor id="1243" name="weilong yan" initials="w" lastIdx="1" clrIdx="22"/>
  <p:cmAuthor id="1249" name="未知用户81" initials="未" lastIdx="1" clrIdx="0"/>
  <p:cmAuthor id="1260" name="俞寅达" initials="俞" lastIdx="10" clrIdx="0"/>
  <p:cmAuthor id="1139" name="陈希(寿险一元培训部)" initials="陈" lastIdx="1" clrIdx="0"/>
  <p:cmAuthor id="1127" name="Laptop Go" initials="L" lastIdx="1" clrIdx="208"/>
  <p:cmAuthor id="1203" name="朱云" initials="朱" lastIdx="1" clrIdx="141"/>
  <p:cmAuthor id="1120" name="zhangliu06" initials="z" lastIdx="2" clrIdx="1119"/>
  <p:cmAuthor id="1125" name="张清霞" initials="张" lastIdx="1" clrIdx="203"/>
  <p:cmAuthor id="1077" name="金 翠萍" initials="金" lastIdx="1" clrIdx="136"/>
  <p:cmAuthor id="482" name="未知用户100" initials="未" lastIdx="1" clrIdx="0"/>
  <p:cmAuthor id="1074" name="307356304@qq.com" initials="3" lastIdx="1" clrIdx="1029"/>
  <p:cmAuthor id="1204" name="HP" initials="H" lastIdx="1" clrIdx="22"/>
  <p:cmAuthor id="1221" name="梁柏川" initials="梁" lastIdx="0" clrIdx="0"/>
  <p:cmAuthor id="1224" name="CSH" initials="C" lastIdx="1" clrIdx="120"/>
  <p:cmAuthor id="1124" name="shenxz07" initials="s" lastIdx="1" clrIdx="1006"/>
  <p:cmAuthor id="1134" name="yangshh" initials="y" lastIdx="2" clrIdx="1007"/>
  <p:cmAuthor id="1181" name="丹伟 苏" initials="丹" lastIdx="1" clrIdx="0"/>
  <p:cmAuthor id="1050" name="y ks" initials="y" lastIdx="1" clrIdx="988"/>
  <p:cmAuthor id="1169" name="A1832" initials="A" lastIdx="1" clrIdx="196"/>
  <p:cmAuthor id="1185" name="yang kina" initials="y" lastIdx="1" clrIdx="735"/>
  <p:cmAuthor id="1186" name="张 步伟" initials="张" lastIdx="1" clrIdx="5"/>
  <p:cmAuthor id="1263" name="liu jane" initials="l" lastIdx="2" clrIdx="175"/>
  <p:cmAuthor id="1084" name="未知用户54" initials="未" lastIdx="2" clrIdx="0"/>
  <p:cmAuthor id="1266" name="Wang Sisi" initials="W" lastIdx="2" clrIdx="0"/>
  <p:cmAuthor id="1081" name="唐芳菲" initials="唐" lastIdx="1" clrIdx="81"/>
  <p:cmAuthor id="1049" name="tanmy05" initials="t" lastIdx="1" clrIdx="1048"/>
  <p:cmAuthor id="1144" name="未知用户11" initials="未" lastIdx="10" clrIdx="0"/>
  <p:cmAuthor id="1236" name="yang" initials="y" lastIdx="1" clrIdx="144"/>
  <p:cmAuthor id="1178" name="woki" initials="w" lastIdx="1" clrIdx="1177"/>
  <p:cmAuthor id="1135" name="yangyuhui" initials="y" lastIdx="1" clrIdx="952"/>
  <p:cmAuthor id="1143" name="田卫明" initials="田" lastIdx="12" clrIdx="0"/>
  <p:cmAuthor id="1152" name="刘 姝" initials="刘" lastIdx="1" clrIdx="36"/>
  <p:cmAuthor id="1157" name="fengxl1" initials="f" lastIdx="1" clrIdx="1156"/>
  <p:cmAuthor id="1233" name="17279" initials="1" lastIdx="1" clrIdx="1232"/>
  <p:cmAuthor id="1316121253" name="baimuda987@163.com" initials="" lastIdx="1" clrIdx="1126"/>
  <p:cmAuthor id="1240" name="zhangyy260" initials="z" lastIdx="1" clrIdx="1239"/>
  <p:cmAuthor id="1241" name="wangqd07" initials="w" lastIdx="1" clrIdx="1240"/>
  <p:cmAuthor id="1055" name="yuanwz02" initials="y" lastIdx="1" clrIdx="1054"/>
  <p:cmAuthor id="1078" name="yanglh05" initials="y" lastIdx="2" clrIdx="1077"/>
  <p:cmAuthor id="1102" name="haiming27@126.com" initials="h" lastIdx="1" clrIdx="78"/>
  <p:cmAuthor id="1160" name="wangdw11" initials="w" lastIdx="1" clrIdx="869"/>
  <p:cmAuthor id="1171" name="jiayf03" initials="j" lastIdx="1" clrIdx="861"/>
  <p:cmAuthor id="1207" name="JXGXB" initials="J" lastIdx="1" clrIdx="142"/>
  <p:cmAuthor id="1245" name="未知用户55" initials="未" lastIdx="1" clrIdx="0"/>
  <p:cmAuthor id="1411827" name="黄晓平" initials="黄" lastIdx="0" clrIdx="0"/>
  <p:cmAuthor id="1161" name="NiHao" initials="N" lastIdx="1" clrIdx="897"/>
  <p:cmAuthor id="1316121254" name="宝华 闫" initials="宝闫" lastIdx="1" clrIdx="1233"/>
  <p:cmAuthor id="1090" name="张 双全" initials="张" lastIdx="1" clrIdx="137"/>
  <p:cmAuthor id="1411828" name="徐琳00159163" initials="徐琳00159163" lastIdx="1" clrIdx="37"/>
  <p:cmAuthor id="1137" name="liuyadong" initials="l" lastIdx="1" clrIdx="953"/>
  <p:cmAuthor id="1184" name="mengxy27" initials="m" lastIdx="1" clrIdx="1183"/>
  <p:cmAuthor id="287643681" name="殷格非" initials="殷" lastIdx="2" clrIdx="0"/>
  <p:cmAuthor id="287643682" name="z r" initials="zr" lastIdx="5" clrIdx="12"/>
  <p:cmAuthor id="2003" name="梁鹏" initials="u" lastIdx="1" clrIdx="35"/>
  <p:cmAuthor id="2004" name="范 斌" initials="范" lastIdx="1" clrIdx="36"/>
  <p:cmAuthor id="2005" name="毕邺" initials="党委办公室" lastIdx="2" clrIdx="37"/>
  <p:cmAuthor id="691587970" name="小延魔法师" initials="小" lastIdx="1126286" clrIdx="0"/>
  <p:cmAuthor id="691587971" name="王林10186938" initials="王林10186938" lastIdx="1" clrIdx="41"/>
  <p:cmAuthor id="691587972" name="li hui" initials="lh" lastIdx="1" clrIdx="50"/>
  <p:cmAuthor id="191251535" name="沈霄雷" initials="沈" lastIdx="833089" clrIdx="0"/>
  <p:cmAuthor id="191251536" name="张钰" initials="张" lastIdx="1" clrIdx="25"/>
  <p:cmAuthor id="191251537" name="郭 浩" initials="郭" lastIdx="2" clrIdx="25"/>
  <p:cmAuthor id="1145" name="未知用户53" initials="未" lastIdx="1" clrIdx="0"/>
  <p:cmAuthor id="1189" name="xiaoyang20" initials="x" lastIdx="1" clrIdx="1188"/>
  <p:cmAuthor id="1194" name="gucy05" initials="g" lastIdx="1" clrIdx="1011"/>
  <p:cmAuthor id="353158055" name="韩雨" initials="韩" lastIdx="0" clrIdx="0"/>
  <p:cmAuthor id="394525608" name="仇怿俊" initials="仇" lastIdx="0" clrIdx="0"/>
  <p:cmAuthor id="394525609" name="金良_jYJz3qQJ" initials="authorId_387587456" lastIdx="0" clrIdx="0"/>
  <p:cmAuthor id="381437688" name="谢学斌" initials="谢" lastIdx="0" clrIdx="0"/>
  <p:cmAuthor id="708433798" name="jialuo" initials="j" lastIdx="0" clrIdx="0"/>
  <p:cmAuthor id="708433799" name="TianLei" initials="T" lastIdx="1" clrIdx="10"/>
  <p:cmAuthor id="47245819" name="群智集" initials="群" lastIdx="0" clrIdx="0"/>
  <p:cmAuthor id="539" name="Maxsad" initials="M" lastIdx="1" clrIdx="0"/>
  <p:cmAuthor id="862" name="汤 海宝" initials="汤" lastIdx="2" clrIdx="176"/>
  <p:cmAuthor id="1201" name="Xinyi" initials="X" lastIdx="1" clrIdx="136"/>
  <p:cmAuthor id="1251" name="liang ge" initials="l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ECA2"/>
    <a:srgbClr val="FDECA2"/>
    <a:srgbClr val="FFE4C9"/>
    <a:srgbClr val="FFAD5C"/>
    <a:srgbClr val="D9D9D9"/>
    <a:srgbClr val="BFBFBF"/>
    <a:srgbClr val="F8F8F8"/>
    <a:srgbClr val="FFF4E9"/>
    <a:srgbClr val="FFD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0" autoAdjust="0"/>
    <p:restoredTop sz="95077" autoAdjust="0"/>
  </p:normalViewPr>
  <p:slideViewPr>
    <p:cSldViewPr snapToGrid="0" showGuides="1">
      <p:cViewPr varScale="1">
        <p:scale>
          <a:sx n="81" d="100"/>
          <a:sy n="81" d="100"/>
        </p:scale>
        <p:origin x="792" y="38"/>
      </p:cViewPr>
      <p:guideLst>
        <p:guide pos="422"/>
        <p:guide pos="7266"/>
        <p:guide orient="horz" pos="680"/>
        <p:guide orient="horz" pos="723"/>
        <p:guide orient="horz" pos="3840"/>
      </p:guideLst>
    </p:cSldViewPr>
  </p:slideViewPr>
  <p:outlineViewPr>
    <p:cViewPr>
      <p:scale>
        <a:sx n="33" d="100"/>
        <a:sy n="33" d="100"/>
      </p:scale>
      <p:origin x="0" y="-36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96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3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23" name="任意多边形: 形状 15"/>
            <p:cNvSpPr/>
            <p:nvPr userDrawn="1"/>
          </p:nvSpPr>
          <p:spPr>
            <a:xfrm flipH="1" flipV="1">
              <a:off x="0" y="2296059"/>
              <a:ext cx="12192000" cy="2746910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14"/>
            <p:cNvSpPr/>
            <p:nvPr userDrawn="1"/>
          </p:nvSpPr>
          <p:spPr>
            <a:xfrm>
              <a:off x="0" y="2701638"/>
              <a:ext cx="12192000" cy="4156362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2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占位符 13" hidden="1"/>
          <p:cNvSpPr>
            <a:spLocks noGrp="1"/>
          </p:cNvSpPr>
          <p:nvPr>
            <p:ph type="body" sz="quarter" idx="10" hasCustomPrompt="1"/>
          </p:nvPr>
        </p:nvSpPr>
        <p:spPr>
          <a:xfrm>
            <a:off x="6874250" y="5543872"/>
            <a:ext cx="4646237" cy="261616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 hidden="1"/>
          <p:cNvSpPr>
            <a:spLocks noGrp="1"/>
          </p:cNvSpPr>
          <p:nvPr>
            <p:ph type="body" sz="quarter" idx="11" hasCustomPrompt="1"/>
          </p:nvPr>
        </p:nvSpPr>
        <p:spPr>
          <a:xfrm>
            <a:off x="6874250" y="5840143"/>
            <a:ext cx="4646237" cy="261616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hasCustomPrompt="1"/>
          </p:nvPr>
        </p:nvSpPr>
        <p:spPr>
          <a:xfrm>
            <a:off x="569809" y="4498251"/>
            <a:ext cx="6855669" cy="84146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此处添加一行标题 </a:t>
            </a:r>
            <a:r>
              <a:rPr lang="en-US" altLang="zh-CN" dirty="0"/>
              <a:t>– 44pt</a:t>
            </a:r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576493" y="5730875"/>
            <a:ext cx="2135188" cy="3317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 smtClean="0"/>
              <a:t>汇报人：</a:t>
            </a:r>
            <a:endParaRPr lang="zh-CN" altLang="en-US" dirty="0"/>
          </a:p>
        </p:txBody>
      </p:sp>
      <p:sp>
        <p:nvSpPr>
          <p:cNvPr id="16" name="内容占位符 2"/>
          <p:cNvSpPr>
            <a:spLocks noGrp="1"/>
          </p:cNvSpPr>
          <p:nvPr>
            <p:ph sz="quarter" idx="13" hasCustomPrompt="1"/>
          </p:nvPr>
        </p:nvSpPr>
        <p:spPr>
          <a:xfrm>
            <a:off x="3430663" y="5730875"/>
            <a:ext cx="3263099" cy="3317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 smtClean="0"/>
              <a:t>汇报时间：</a:t>
            </a:r>
            <a:endParaRPr lang="zh-CN" altLang="en-US" dirty="0"/>
          </a:p>
        </p:txBody>
      </p:sp>
      <p:pic>
        <p:nvPicPr>
          <p:cNvPr id="2" name="图片 1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2948179" y="15313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590553" y="15313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4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2948179" y="2370625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3590553" y="2370625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6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48179" y="320888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3590553" y="320888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8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48179" y="4046166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3590553" y="4046166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0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2948179" y="4882471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51" name="文本占位符 4"/>
          <p:cNvSpPr>
            <a:spLocks noGrp="1"/>
          </p:cNvSpPr>
          <p:nvPr>
            <p:ph type="body" sz="quarter" idx="19" hasCustomPrompt="1"/>
          </p:nvPr>
        </p:nvSpPr>
        <p:spPr>
          <a:xfrm>
            <a:off x="3590553" y="4882471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686039" y="761948"/>
            <a:ext cx="1576102" cy="1169551"/>
            <a:chOff x="1696982" y="1120792"/>
            <a:chExt cx="1576102" cy="1169551"/>
          </a:xfrm>
        </p:grpSpPr>
        <p:sp>
          <p:nvSpPr>
            <p:cNvPr id="53" name="文本框 52"/>
            <p:cNvSpPr txBox="1"/>
            <p:nvPr/>
          </p:nvSpPr>
          <p:spPr>
            <a:xfrm>
              <a:off x="1696982" y="1120792"/>
              <a:ext cx="1576101" cy="7694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目录</a:t>
              </a:r>
              <a:endParaRPr lang="zh-CN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696982" y="1890233"/>
              <a:ext cx="1576102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 rtl="0"/>
              <a:r>
                <a:rPr lang="en-US" altLang="zh-CN" sz="2000" b="0" dirty="0">
                  <a:solidFill>
                    <a:srgbClr val="E5702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zh-CN" sz="2000" b="0" dirty="0">
                <a:solidFill>
                  <a:srgbClr val="E5702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220782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2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1863156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220782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863156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1220782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1863156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7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1220782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1863156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1220782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19" hasCustomPrompt="1"/>
          </p:nvPr>
        </p:nvSpPr>
        <p:spPr>
          <a:xfrm>
            <a:off x="1863156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5534356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62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176730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3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5534356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64" name="文本占位符 4"/>
          <p:cNvSpPr>
            <a:spLocks noGrp="1"/>
          </p:cNvSpPr>
          <p:nvPr>
            <p:ph type="body" sz="quarter" idx="23" hasCustomPrompt="1"/>
          </p:nvPr>
        </p:nvSpPr>
        <p:spPr>
          <a:xfrm>
            <a:off x="6176730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5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5534356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66" name="文本占位符 4"/>
          <p:cNvSpPr>
            <a:spLocks noGrp="1"/>
          </p:cNvSpPr>
          <p:nvPr>
            <p:ph type="body" sz="quarter" idx="25" hasCustomPrompt="1"/>
          </p:nvPr>
        </p:nvSpPr>
        <p:spPr>
          <a:xfrm>
            <a:off x="6176730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7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5534356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09</a:t>
            </a:r>
            <a:endParaRPr lang="zh-CN" altLang="en-US" dirty="0"/>
          </a:p>
        </p:txBody>
      </p:sp>
      <p:sp>
        <p:nvSpPr>
          <p:cNvPr id="68" name="文本占位符 4"/>
          <p:cNvSpPr>
            <a:spLocks noGrp="1"/>
          </p:cNvSpPr>
          <p:nvPr>
            <p:ph type="body" sz="quarter" idx="27" hasCustomPrompt="1"/>
          </p:nvPr>
        </p:nvSpPr>
        <p:spPr>
          <a:xfrm>
            <a:off x="6176730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5534356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29" hasCustomPrompt="1"/>
          </p:nvPr>
        </p:nvSpPr>
        <p:spPr>
          <a:xfrm>
            <a:off x="6176730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686039" y="761948"/>
            <a:ext cx="1576102" cy="1169551"/>
            <a:chOff x="1696982" y="1120792"/>
            <a:chExt cx="1576102" cy="1169551"/>
          </a:xfrm>
        </p:grpSpPr>
        <p:sp>
          <p:nvSpPr>
            <p:cNvPr id="29" name="文本框 28"/>
            <p:cNvSpPr txBox="1"/>
            <p:nvPr/>
          </p:nvSpPr>
          <p:spPr>
            <a:xfrm>
              <a:off x="1696982" y="1120792"/>
              <a:ext cx="1576101" cy="7694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目录</a:t>
              </a:r>
              <a:endParaRPr lang="zh-CN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96982" y="1890233"/>
              <a:ext cx="1576102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 rtl="0"/>
              <a:r>
                <a:rPr lang="en-US" altLang="zh-CN" sz="2000" b="0" dirty="0">
                  <a:solidFill>
                    <a:srgbClr val="E5702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zh-CN" sz="2000" b="0" dirty="0">
                <a:solidFill>
                  <a:srgbClr val="E5702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标题 4"/>
          <p:cNvSpPr>
            <a:spLocks noGrp="1"/>
          </p:cNvSpPr>
          <p:nvPr>
            <p:ph type="title" hasCustomPrompt="1"/>
          </p:nvPr>
        </p:nvSpPr>
        <p:spPr>
          <a:xfrm>
            <a:off x="664385" y="2462837"/>
            <a:ext cx="4692173" cy="4365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标题层级样式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64385" y="3018449"/>
            <a:ext cx="4711700" cy="23907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pPr marL="228600" lvl="0" indent="-228600">
              <a:buFont typeface="+mj-lt"/>
              <a:buAutoNum type="arabicPeriod"/>
            </a:pPr>
            <a:r>
              <a:rPr lang="zh-CN" altLang="en-US" sz="1800" dirty="0"/>
              <a:t>标题层级样式 </a:t>
            </a:r>
            <a:r>
              <a:rPr lang="en-US" altLang="zh-CN" sz="1800" dirty="0"/>
              <a:t>-18pt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 marL="228600" lvl="0" indent="-228600">
              <a:buFont typeface="+mj-lt"/>
              <a:buAutoNum type="arabicPeriod"/>
            </a:pPr>
            <a:endParaRPr lang="zh-CN" altLang="en-US" sz="18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1130300"/>
            <a:ext cx="1646277" cy="1222375"/>
          </a:xfrm>
        </p:spPr>
        <p:txBody>
          <a:bodyPr>
            <a:noAutofit/>
          </a:bodyPr>
          <a:lstStyle>
            <a:lvl1pPr marL="0" indent="0">
              <a:buNone/>
              <a:defRPr sz="9000" b="1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一级标题层级样式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12" name="内容占位符 7"/>
          <p:cNvSpPr>
            <a:spLocks noGrp="1"/>
          </p:cNvSpPr>
          <p:nvPr userDrawn="1">
            <p:ph sz="quarter" idx="13" hasCustomPrompt="1"/>
          </p:nvPr>
        </p:nvSpPr>
        <p:spPr>
          <a:xfrm>
            <a:off x="660399" y="1130300"/>
            <a:ext cx="10858500" cy="50038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>
              <a:lnSpc>
                <a:spcPct val="120000"/>
              </a:lnSpc>
            </a:pPr>
            <a:r>
              <a:rPr lang="zh-CN" altLang="en-US" sz="2000" dirty="0"/>
              <a:t>二级标题层级样式 </a:t>
            </a:r>
            <a:r>
              <a:rPr lang="en-US" altLang="zh-CN" sz="2000" dirty="0"/>
              <a:t>-20pt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三级标题层级样式 </a:t>
            </a:r>
            <a:r>
              <a:rPr lang="en-US" altLang="zh-CN" sz="1800" dirty="0"/>
              <a:t>-18pt</a:t>
            </a:r>
            <a:endParaRPr lang="en-US" altLang="zh-CN" sz="18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四级标题层级样式 </a:t>
            </a:r>
            <a:r>
              <a:rPr lang="en-US" altLang="zh-CN" sz="1600" dirty="0"/>
              <a:t>-16pt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 marL="914400" lvl="2" indent="0">
              <a:lnSpc>
                <a:spcPct val="120000"/>
              </a:lnSpc>
              <a:buNone/>
            </a:pPr>
            <a:endParaRPr lang="en-US" altLang="zh-CN" sz="1400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zh-CN" altLang="en-US" sz="1400" dirty="0" smtClean="0"/>
              <a:t>正文</a:t>
            </a:r>
            <a:r>
              <a:rPr lang="zh-CN" altLang="en-US" sz="1400" dirty="0"/>
              <a:t>字号 </a:t>
            </a:r>
            <a:r>
              <a:rPr lang="en-US" altLang="zh-CN" sz="1400" dirty="0"/>
              <a:t>-14pt</a:t>
            </a:r>
            <a:endParaRPr lang="en-US" altLang="zh-CN" sz="1400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一级标题层级</a:t>
            </a:r>
            <a:r>
              <a:rPr lang="zh-CN" altLang="en-US" dirty="0"/>
              <a:t>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3" name="任意多边形: 形状 15"/>
            <p:cNvSpPr/>
            <p:nvPr userDrawn="1"/>
          </p:nvSpPr>
          <p:spPr>
            <a:xfrm flipH="1" flipV="1">
              <a:off x="0" y="2296059"/>
              <a:ext cx="12192000" cy="2746910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4"/>
            <p:cNvSpPr/>
            <p:nvPr userDrawn="1"/>
          </p:nvSpPr>
          <p:spPr>
            <a:xfrm>
              <a:off x="0" y="2701638"/>
              <a:ext cx="12192000" cy="4156362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556555" y="4126409"/>
            <a:ext cx="4829175" cy="18240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单击此处添加文本</a:t>
            </a:r>
            <a:r>
              <a:rPr lang="en-US" altLang="zh-CN" dirty="0"/>
              <a:t>-44pt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1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0" name="文本框 19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任意多边形: 形状 15"/>
          <p:cNvSpPr/>
          <p:nvPr userDrawn="1"/>
        </p:nvSpPr>
        <p:spPr>
          <a:xfrm flipH="1" flipV="1">
            <a:off x="0" y="2296059"/>
            <a:ext cx="12192000" cy="2746910"/>
          </a:xfrm>
          <a:custGeom>
            <a:avLst/>
            <a:gdLst>
              <a:gd name="connsiteX0" fmla="*/ 0 w 12192000"/>
              <a:gd name="connsiteY0" fmla="*/ 0 h 5406894"/>
              <a:gd name="connsiteX1" fmla="*/ 12192000 w 12192000"/>
              <a:gd name="connsiteY1" fmla="*/ 4860636 h 5406894"/>
              <a:gd name="connsiteX2" fmla="*/ 12192000 w 12192000"/>
              <a:gd name="connsiteY2" fmla="*/ 5406894 h 5406894"/>
              <a:gd name="connsiteX3" fmla="*/ 0 w 12192000"/>
              <a:gd name="connsiteY3" fmla="*/ 546258 h 5406894"/>
              <a:gd name="connsiteX0-1" fmla="*/ 0 w 12192000"/>
              <a:gd name="connsiteY0-2" fmla="*/ 0 h 5406894"/>
              <a:gd name="connsiteX1-3" fmla="*/ 12192000 w 12192000"/>
              <a:gd name="connsiteY1-4" fmla="*/ 3143705 h 5406894"/>
              <a:gd name="connsiteX2-5" fmla="*/ 12192000 w 12192000"/>
              <a:gd name="connsiteY2-6" fmla="*/ 5406894 h 5406894"/>
              <a:gd name="connsiteX3-7" fmla="*/ 0 w 12192000"/>
              <a:gd name="connsiteY3-8" fmla="*/ 546258 h 5406894"/>
              <a:gd name="connsiteX4" fmla="*/ 0 w 12192000"/>
              <a:gd name="connsiteY4" fmla="*/ 0 h 5406894"/>
              <a:gd name="connsiteX0-9" fmla="*/ 0 w 12192000"/>
              <a:gd name="connsiteY0-10" fmla="*/ 0 h 3731840"/>
              <a:gd name="connsiteX1-11" fmla="*/ 12192000 w 12192000"/>
              <a:gd name="connsiteY1-12" fmla="*/ 3143705 h 3731840"/>
              <a:gd name="connsiteX2-13" fmla="*/ 12192000 w 12192000"/>
              <a:gd name="connsiteY2-14" fmla="*/ 3731840 h 3731840"/>
              <a:gd name="connsiteX3-15" fmla="*/ 0 w 12192000"/>
              <a:gd name="connsiteY3-16" fmla="*/ 546258 h 3731840"/>
              <a:gd name="connsiteX4-17" fmla="*/ 0 w 12192000"/>
              <a:gd name="connsiteY4-18" fmla="*/ 0 h 3731840"/>
              <a:gd name="connsiteX0-19" fmla="*/ 0 w 12192000"/>
              <a:gd name="connsiteY0-20" fmla="*/ 0 h 3585272"/>
              <a:gd name="connsiteX1-21" fmla="*/ 12192000 w 12192000"/>
              <a:gd name="connsiteY1-22" fmla="*/ 3143705 h 3585272"/>
              <a:gd name="connsiteX2-23" fmla="*/ 12175958 w 12192000"/>
              <a:gd name="connsiteY2-24" fmla="*/ 3585272 h 3585272"/>
              <a:gd name="connsiteX3-25" fmla="*/ 0 w 12192000"/>
              <a:gd name="connsiteY3-26" fmla="*/ 546258 h 3585272"/>
              <a:gd name="connsiteX4-27" fmla="*/ 0 w 12192000"/>
              <a:gd name="connsiteY4-28" fmla="*/ 0 h 3585272"/>
              <a:gd name="connsiteX0-29" fmla="*/ 0 w 12192000"/>
              <a:gd name="connsiteY0-30" fmla="*/ 0 h 3585272"/>
              <a:gd name="connsiteX1-31" fmla="*/ 12192000 w 12192000"/>
              <a:gd name="connsiteY1-32" fmla="*/ 3039014 h 3585272"/>
              <a:gd name="connsiteX2-33" fmla="*/ 12175958 w 12192000"/>
              <a:gd name="connsiteY2-34" fmla="*/ 3585272 h 3585272"/>
              <a:gd name="connsiteX3-35" fmla="*/ 0 w 12192000"/>
              <a:gd name="connsiteY3-36" fmla="*/ 546258 h 3585272"/>
              <a:gd name="connsiteX4-37" fmla="*/ 0 w 12192000"/>
              <a:gd name="connsiteY4-38" fmla="*/ 0 h 3585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12192000" h="3585272">
                <a:moveTo>
                  <a:pt x="0" y="0"/>
                </a:moveTo>
                <a:lnTo>
                  <a:pt x="12192000" y="3039014"/>
                </a:lnTo>
                <a:lnTo>
                  <a:pt x="12175958" y="3585272"/>
                </a:lnTo>
                <a:lnTo>
                  <a:pt x="0" y="54625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E7800">
                  <a:alpha val="0"/>
                </a:srgbClr>
              </a:gs>
              <a:gs pos="31000">
                <a:srgbClr val="EE7800"/>
              </a:gs>
              <a:gs pos="8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 userDrawn="1"/>
        </p:nvSpPr>
        <p:spPr>
          <a:xfrm>
            <a:off x="0" y="2701638"/>
            <a:ext cx="12192000" cy="4156362"/>
          </a:xfrm>
          <a:custGeom>
            <a:avLst/>
            <a:gdLst>
              <a:gd name="connsiteX0" fmla="*/ 0 w 12192000"/>
              <a:gd name="connsiteY0" fmla="*/ 0 h 5424892"/>
              <a:gd name="connsiteX1" fmla="*/ 12192000 w 12192000"/>
              <a:gd name="connsiteY1" fmla="*/ 4860636 h 5424892"/>
              <a:gd name="connsiteX2" fmla="*/ 12192000 w 12192000"/>
              <a:gd name="connsiteY2" fmla="*/ 5424892 h 5424892"/>
              <a:gd name="connsiteX3" fmla="*/ 12191999 w 12192000"/>
              <a:gd name="connsiteY3" fmla="*/ 5424892 h 5424892"/>
              <a:gd name="connsiteX4" fmla="*/ 0 w 12192000"/>
              <a:gd name="connsiteY4" fmla="*/ 5424892 h 5424892"/>
              <a:gd name="connsiteX0-1" fmla="*/ 0 w 12192000"/>
              <a:gd name="connsiteY0-2" fmla="*/ 0 h 5424892"/>
              <a:gd name="connsiteX1-3" fmla="*/ 12192000 w 12192000"/>
              <a:gd name="connsiteY1-4" fmla="*/ 3059952 h 5424892"/>
              <a:gd name="connsiteX2-5" fmla="*/ 12192000 w 12192000"/>
              <a:gd name="connsiteY2-6" fmla="*/ 5424892 h 5424892"/>
              <a:gd name="connsiteX3-7" fmla="*/ 12191999 w 12192000"/>
              <a:gd name="connsiteY3-8" fmla="*/ 5424892 h 5424892"/>
              <a:gd name="connsiteX4-9" fmla="*/ 0 w 12192000"/>
              <a:gd name="connsiteY4-10" fmla="*/ 5424892 h 5424892"/>
              <a:gd name="connsiteX5" fmla="*/ 0 w 12192000"/>
              <a:gd name="connsiteY5" fmla="*/ 0 h 54248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" y="connsiteY5"/>
              </a:cxn>
            </a:cxnLst>
            <a:rect l="l" t="t" r="r" b="b"/>
            <a:pathLst>
              <a:path w="12192000" h="5424892">
                <a:moveTo>
                  <a:pt x="0" y="0"/>
                </a:moveTo>
                <a:lnTo>
                  <a:pt x="12192000" y="3059952"/>
                </a:lnTo>
                <a:lnTo>
                  <a:pt x="12192000" y="5424892"/>
                </a:lnTo>
                <a:lnTo>
                  <a:pt x="12191999" y="5424892"/>
                </a:lnTo>
                <a:lnTo>
                  <a:pt x="0" y="54248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EE7800"/>
              </a:gs>
              <a:gs pos="10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569810" y="3701143"/>
            <a:ext cx="6809557" cy="159919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此处添加标题 </a:t>
            </a:r>
            <a:r>
              <a:rPr lang="en-US" altLang="zh-CN" dirty="0"/>
              <a:t>– 44pt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6" y="320114"/>
            <a:ext cx="9166814" cy="4715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 smtClean="0"/>
              <a:t>一级标题层级</a:t>
            </a:r>
            <a:r>
              <a:rPr lang="zh-CN" altLang="en-US" dirty="0"/>
              <a:t>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966848"/>
            <a:ext cx="10850563" cy="5176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 – 18pt</a:t>
            </a:r>
            <a:endParaRPr lang="en-US" dirty="0"/>
          </a:p>
          <a:p>
            <a:pPr lvl="1"/>
            <a:r>
              <a:rPr lang="en-US" dirty="0"/>
              <a:t>Second level – 16pt</a:t>
            </a:r>
            <a:endParaRPr lang="en-US" dirty="0"/>
          </a:p>
          <a:p>
            <a:pPr lvl="2"/>
            <a:r>
              <a:rPr lang="en-US" dirty="0"/>
              <a:t>Third level – 14pt</a:t>
            </a:r>
            <a:endParaRPr lang="en-US" dirty="0"/>
          </a:p>
          <a:p>
            <a:pPr lvl="3"/>
            <a:r>
              <a:rPr lang="en-US" dirty="0"/>
              <a:t>Fourth level – 12pt</a:t>
            </a:r>
            <a:endParaRPr lang="en-US" dirty="0"/>
          </a:p>
          <a:p>
            <a:pPr lvl="4"/>
            <a:r>
              <a:rPr lang="en-US" dirty="0"/>
              <a:t>Fifth level – 12pt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4681331" y="6239669"/>
            <a:ext cx="2829339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11166610" y="6239669"/>
            <a:ext cx="352290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8227FE2-CE16-40F4-A038-BEC5C94BF18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39669"/>
            <a:ext cx="2954670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 flipV="1">
            <a:off x="715888" y="854922"/>
            <a:ext cx="9120851" cy="1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640"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2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569595" y="4547870"/>
            <a:ext cx="11622405" cy="711835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dirty="0"/>
              <a:t>报告标题【微软雅黑（标题），加粗，</a:t>
            </a:r>
            <a:r>
              <a:rPr lang="en-US" altLang="zh-CN" dirty="0"/>
              <a:t>44pt</a:t>
            </a:r>
            <a:r>
              <a:rPr lang="zh-CN" altLang="en-US" dirty="0"/>
              <a:t>】</a:t>
            </a:r>
            <a:endParaRPr lang="zh-CN" altLang="en-US" sz="2800" dirty="0"/>
          </a:p>
        </p:txBody>
      </p:sp>
      <p:sp>
        <p:nvSpPr>
          <p:cNvPr id="8" name="文本占位符 2"/>
          <p:cNvSpPr txBox="1"/>
          <p:nvPr/>
        </p:nvSpPr>
        <p:spPr>
          <a:xfrm>
            <a:off x="560070" y="5970270"/>
            <a:ext cx="7581900" cy="3086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6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汇报时间：（微软雅黑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18pt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，加粗）</a:t>
            </a:r>
            <a:endParaRPr lang="zh-CN" altLang="en-US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5353685"/>
            <a:ext cx="74542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二级标题【微软雅黑（标题），加粗，</a:t>
            </a:r>
            <a:r>
              <a:rPr lang="en-US" altLang="zh-CN" sz="2800" dirty="0">
                <a:solidFill>
                  <a:schemeClr val="bg1"/>
                </a:solidFill>
                <a:sym typeface="+mn-ea"/>
              </a:rPr>
              <a:t>28pt</a:t>
            </a:r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28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>
          <a:xfrm>
            <a:off x="2948179" y="4882471"/>
            <a:ext cx="655633" cy="580415"/>
          </a:xfrm>
        </p:spPr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810954" y="1649075"/>
            <a:ext cx="10189896" cy="2490470"/>
          </a:xfrm>
          <a:prstGeom prst="rect">
            <a:avLst/>
          </a:prstGeom>
          <a:solidFill>
            <a:srgbClr val="A6A6A6">
              <a:alpha val="10000"/>
            </a:srgbClr>
          </a:solidFill>
          <a:ln w="9525">
            <a:solidFill>
              <a:srgbClr val="FFFFFF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微软雅黑" panose="020B0503020204020204" pitchFamily="34" charset="-122"/>
              </a:rPr>
              <a:t>一级主标题用</a:t>
            </a: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pitchFamily="34" charset="-122"/>
              </a:rPr>
              <a:t>一级文字：幻灯片主标题（微软雅黑、28号、加粗）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zh-CN" altLang="en-US" sz="1950" b="1" i="0" u="none" strike="noStrike">
                <a:solidFill>
                  <a:srgbClr val="000000"/>
                </a:solidFill>
                <a:latin typeface="微软雅黑" panose="020B0503020204020204" pitchFamily="34" charset="-122"/>
              </a:rPr>
              <a:t>二级副标题用</a:t>
            </a:r>
            <a:r>
              <a:rPr lang="en-US" sz="1950" b="1" i="0" u="none" strike="noStrike">
                <a:solidFill>
                  <a:srgbClr val="000000"/>
                </a:solidFill>
                <a:latin typeface="微软雅黑" panose="020B0503020204020204" pitchFamily="34" charset="-122"/>
              </a:rPr>
              <a:t>二级文字：幻灯片副标题（微软雅黑、20号、加粗、字体阴影）</a:t>
            </a:r>
            <a:endParaRPr lang="en-US" sz="1950" b="1" i="0" u="none" strike="noStrike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pitchFamily="34" charset="-122"/>
              </a:rPr>
              <a:t>三级文字：观点性正文（微软雅黑、18号、加粗）</a:t>
            </a:r>
            <a:endParaRPr lang="en-US" sz="1800" b="1" i="0" u="none" strike="noStrike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四级文字：一般正文、图表主标题（楷体、16号，突出部分可加粗，行间距1.2-1.5倍）</a:t>
            </a:r>
            <a:endParaRPr lang="en-US" sz="1575" b="1" i="0" u="none" strike="noStrike">
              <a:solidFill>
                <a:srgbClr val="000000"/>
              </a:solidFill>
              <a:latin typeface="华文楷体" panose="02010600040101010101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五级文字：图表副标题、图表数据（楷体、14号，数据微软雅黑、14-16号，突出部分可加粗）</a:t>
            </a:r>
            <a:endParaRPr lang="en-US" sz="1350" b="1" i="0" u="none" strike="noStrike">
              <a:solidFill>
                <a:srgbClr val="000000"/>
              </a:solidFill>
              <a:latin typeface="华文楷体" panose="02010600040101010101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六级文字：图注、底注（楷体、10-12号）</a:t>
            </a:r>
            <a:endParaRPr lang="en-US" sz="12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0953" y="4431331"/>
            <a:ext cx="6650102" cy="1201536"/>
          </a:xfrm>
          <a:prstGeom prst="rect">
            <a:avLst/>
          </a:prstGeom>
          <a:solidFill>
            <a:srgbClr val="A6A6A6">
              <a:alpha val="1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38694" y="4575820"/>
            <a:ext cx="6257845" cy="9296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35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Tip 1：此标准可根据实际情况灵活使用：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30000"/>
              </a:lnSpc>
            </a:pPr>
            <a:r>
              <a:rPr lang="en-US" sz="135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在部分情况下，某一级文字的字号可以与上一级相同，以满足整体版式效果；但不建议下级文字的字号大于上一级文字。</a:t>
            </a:r>
            <a:endParaRPr lang="en-US" sz="135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51102" y="4431331"/>
            <a:ext cx="3349748" cy="1201536"/>
          </a:xfrm>
          <a:prstGeom prst="rect">
            <a:avLst/>
          </a:prstGeom>
          <a:solidFill>
            <a:srgbClr val="A6A6A6">
              <a:alpha val="1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831303" y="4575820"/>
            <a:ext cx="3034910" cy="9296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35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Tip 2：注意各级文本框的对齐：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30000"/>
              </a:lnSpc>
            </a:pPr>
            <a:r>
              <a:rPr lang="en-US" sz="135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运用“对齐”功能可满足大部分情况，可运用方框、色块进行视线引导</a:t>
            </a:r>
            <a:endParaRPr lang="en-US" sz="135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3966" y="5838349"/>
            <a:ext cx="8752923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E7700"/>
                </a:solidFill>
                <a:latin typeface="微软雅黑" panose="020B0503020204020204" pitchFamily="34" charset="-122"/>
              </a:rPr>
              <a:t>幻灯片正文内容必须设置页码，并清晰显示（不得遮挡）：如右下角所示</a:t>
            </a:r>
            <a:endParaRPr lang="en-US" sz="110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</p:spPr>
        <p:txBody>
          <a:bodyPr/>
          <a:p>
            <a:r>
              <a:rPr lang="zh-CN" altLang="en-US">
                <a:sym typeface="+mn-ea"/>
              </a:rPr>
              <a:t>一级主标题：微软雅黑（标题），</a:t>
            </a:r>
            <a:r>
              <a:rPr lang="en-US" altLang="zh-CN">
                <a:sym typeface="+mn-ea"/>
              </a:rPr>
              <a:t>28</a:t>
            </a:r>
            <a:r>
              <a:rPr lang="zh-CN" altLang="en-US">
                <a:sym typeface="+mn-ea"/>
              </a:rPr>
              <a:t>号，加粗</a:t>
            </a:r>
            <a:endParaRPr lang="zh-CN" altLang="en-US" dirty="0"/>
          </a:p>
        </p:txBody>
      </p:sp>
      <p:sp>
        <p:nvSpPr>
          <p:cNvPr id="23" name="副标题 2"/>
          <p:cNvSpPr txBox="1">
            <a:spLocks noChangeArrowheads="1"/>
          </p:cNvSpPr>
          <p:nvPr/>
        </p:nvSpPr>
        <p:spPr bwMode="auto">
          <a:xfrm>
            <a:off x="635" y="880745"/>
            <a:ext cx="12191365" cy="397510"/>
          </a:xfrm>
          <a:prstGeom prst="rect">
            <a:avLst/>
          </a:prstGeom>
          <a:noFill/>
        </p:spPr>
        <p:txBody>
          <a:bodyPr lIns="91286" tIns="45643" rIns="91286" bIns="45643"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（二级副标题）：微软雅黑，</a:t>
            </a:r>
            <a:r>
              <a:rPr lang="en-US" altLang="zh-CN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20</a:t>
            </a:r>
            <a:r>
              <a:rPr lang="zh-CN" altLang="en-US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号字体，加粗，字体阴影</a:t>
            </a:r>
            <a:endParaRPr lang="zh-CN" altLang="en-US" sz="2000" b="1" dirty="0"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>
                  <a:alpha val="0"/>
                </a:srgbClr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685290" y="3640455"/>
            <a:ext cx="1683385" cy="518795"/>
          </a:xfrm>
          <a:prstGeom prst="rect">
            <a:avLst/>
          </a:prstGeom>
          <a:solidFill>
            <a:srgbClr val="EE7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标准色卡</a:t>
            </a:r>
            <a:endParaRPr lang="zh-CN" altLang="en-US" sz="1600"/>
          </a:p>
          <a:p>
            <a:pPr algn="ctr"/>
            <a:r>
              <a:rPr lang="en-US" altLang="zh-CN" sz="1600"/>
              <a:t>238</a:t>
            </a:r>
            <a:r>
              <a:rPr lang="zh-CN" altLang="en-US" sz="1600"/>
              <a:t>，</a:t>
            </a:r>
            <a:r>
              <a:rPr lang="en-US" altLang="zh-CN" sz="1600"/>
              <a:t>120</a:t>
            </a:r>
            <a:r>
              <a:rPr lang="zh-CN" altLang="en-US" sz="1600"/>
              <a:t>，</a:t>
            </a:r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3" name="矩形 12"/>
          <p:cNvSpPr/>
          <p:nvPr/>
        </p:nvSpPr>
        <p:spPr>
          <a:xfrm>
            <a:off x="-1705610" y="4286250"/>
            <a:ext cx="1683385" cy="518795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标准色卡</a:t>
            </a:r>
            <a:endParaRPr lang="zh-CN" altLang="en-US" sz="1600"/>
          </a:p>
          <a:p>
            <a:pPr algn="ctr"/>
            <a:r>
              <a:rPr lang="en-US" altLang="zh-CN" sz="1600"/>
              <a:t>255</a:t>
            </a:r>
            <a:r>
              <a:rPr lang="zh-CN" altLang="en-US" sz="1600"/>
              <a:t>，</a:t>
            </a:r>
            <a:r>
              <a:rPr lang="en-US" altLang="zh-CN" sz="1600"/>
              <a:t>173</a:t>
            </a:r>
            <a:r>
              <a:rPr lang="zh-CN" altLang="en-US" sz="1600"/>
              <a:t>，</a:t>
            </a:r>
            <a:r>
              <a:rPr lang="en-US" altLang="zh-CN" sz="1600"/>
              <a:t>92</a:t>
            </a:r>
            <a:endParaRPr lang="en-US" altLang="zh-CN" sz="1600"/>
          </a:p>
        </p:txBody>
      </p:sp>
      <p:sp>
        <p:nvSpPr>
          <p:cNvPr id="14" name="矩形 13"/>
          <p:cNvSpPr/>
          <p:nvPr/>
        </p:nvSpPr>
        <p:spPr>
          <a:xfrm>
            <a:off x="-1748790" y="4932045"/>
            <a:ext cx="1683385" cy="518795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255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228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201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1758315" y="6223635"/>
            <a:ext cx="1683385" cy="51879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217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217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217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1746250" y="5577840"/>
            <a:ext cx="1683385" cy="5187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191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191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191</a:t>
            </a:r>
            <a:endParaRPr lang="en-US" altLang="zh-CN" sz="1600">
              <a:solidFill>
                <a:schemeClr val="tx1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-777240" y="201930"/>
            <a:ext cx="656590" cy="3074670"/>
            <a:chOff x="-3938" y="3281"/>
            <a:chExt cx="1034" cy="4842"/>
          </a:xfrm>
        </p:grpSpPr>
        <p:sp>
          <p:nvSpPr>
            <p:cNvPr id="16" name="矩形 15"/>
            <p:cNvSpPr/>
            <p:nvPr/>
          </p:nvSpPr>
          <p:spPr>
            <a:xfrm>
              <a:off x="-3938" y="3281"/>
              <a:ext cx="1035" cy="6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-3938" y="3972"/>
              <a:ext cx="1035" cy="69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-3938" y="4663"/>
              <a:ext cx="1035" cy="6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-3938" y="5354"/>
              <a:ext cx="1035" cy="6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-3938" y="6045"/>
              <a:ext cx="1035" cy="6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-3938" y="6736"/>
              <a:ext cx="1035" cy="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-3938" y="7427"/>
              <a:ext cx="1035" cy="6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150734" y="2377016"/>
            <a:ext cx="4589075" cy="141986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这是四级文字，这是一般正文；</a:t>
            </a:r>
            <a:endParaRPr 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这是一般正文2，突出部分</a:t>
            </a:r>
            <a:r>
              <a:rPr lang="en-US" sz="16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可加粗，</a:t>
            </a:r>
            <a:r>
              <a:rPr lang="en-US" sz="1600" b="0" i="0" u="none" strike="noStrike">
                <a:solidFill>
                  <a:srgbClr val="DC69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可标橙</a:t>
            </a: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这是一般正文3，突出部分</a:t>
            </a:r>
            <a:r>
              <a:rPr lang="en-US" sz="16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可加粗，</a:t>
            </a:r>
            <a:r>
              <a:rPr lang="en-US" sz="1600" b="0" i="0" u="none" strike="noStrike">
                <a:solidFill>
                  <a:srgbClr val="DC69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可标橙；</a:t>
            </a:r>
            <a:endParaRPr lang="en-US" sz="1600" b="0" i="0" u="none" strike="noStrike">
              <a:solidFill>
                <a:srgbClr val="DC69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这是一般正文4……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2700000">
            <a:off x="625860" y="3593300"/>
            <a:ext cx="1533776" cy="1533776"/>
          </a:xfrm>
          <a:prstGeom prst="line">
            <a:avLst/>
          </a:prstGeom>
          <a:noFill/>
          <a:ln w="9525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3515360" y="1022209"/>
            <a:ext cx="335279" cy="2717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575043" y="1021488"/>
            <a:ext cx="7041915" cy="378536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E46C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二级文字：这是幻灯片副标题，例</a:t>
            </a:r>
            <a:r>
              <a:rPr lang="zh-CN" altLang="en-US" sz="2000" b="1" i="0" u="none" strike="noStrike">
                <a:solidFill>
                  <a:srgbClr val="E46C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en-US" altLang="zh-CN" sz="2000" b="1" i="0" u="none" strike="noStrike">
                <a:solidFill>
                  <a:srgbClr val="E46C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sz="2000" b="1" i="0" u="none" strike="noStrike">
                <a:solidFill>
                  <a:srgbClr val="E46C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业务高增长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48093" y="6457826"/>
            <a:ext cx="2227580" cy="24511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注：这是六级文字，数据来源XXX。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2700000">
            <a:off x="4386017" y="2542536"/>
            <a:ext cx="3394349" cy="3394349"/>
          </a:xfrm>
          <a:prstGeom prst="line">
            <a:avLst/>
          </a:prstGeom>
          <a:noFill/>
          <a:ln w="9525">
            <a:solidFill>
              <a:srgbClr val="BFBFBF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291183" y="1794603"/>
            <a:ext cx="5449943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E7700"/>
                </a:solidFill>
                <a:latin typeface="微软雅黑" panose="020B0503020204020204" pitchFamily="34" charset="-122"/>
              </a:rPr>
              <a:t>三级文字，这是观点性正文1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700000">
            <a:off x="3228814" y="3593300"/>
            <a:ext cx="1533776" cy="1533776"/>
          </a:xfrm>
          <a:prstGeom prst="line">
            <a:avLst/>
          </a:prstGeom>
          <a:noFill/>
          <a:ln w="9525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77833" y="1794603"/>
            <a:ext cx="5449943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E7700"/>
                </a:solidFill>
                <a:latin typeface="微软雅黑" panose="020B0503020204020204" pitchFamily="34" charset="-122"/>
              </a:rPr>
              <a:t>三级文字，这是观点性正文2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77833" y="3918427"/>
            <a:ext cx="5449943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E7700"/>
                </a:solidFill>
                <a:latin typeface="微软雅黑" panose="020B0503020204020204" pitchFamily="34" charset="-122"/>
              </a:rPr>
              <a:t>三级文字，这是观点性正文3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77834" y="2377016"/>
            <a:ext cx="1644204" cy="1419860"/>
          </a:xfrm>
          <a:prstGeom prst="rect">
            <a:avLst/>
          </a:prstGeom>
          <a:solidFill>
            <a:srgbClr val="F2F2F2">
              <a:alpha val="5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marL="285750" lvl="0" indent="-285750" algn="l">
              <a:lnSpc>
                <a:spcPct val="135000"/>
              </a:lnSpc>
              <a:buClr>
                <a:srgbClr val="EE7700"/>
              </a:buClr>
              <a:buFont typeface="Wingdings" panose="05000000000000000000" charset="0"/>
              <a:buChar char="n"/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四级文字；</a:t>
            </a:r>
            <a:endParaRPr 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0" indent="-285750" algn="l">
              <a:lnSpc>
                <a:spcPct val="135000"/>
              </a:lnSpc>
              <a:buClr>
                <a:srgbClr val="EE7700"/>
              </a:buClr>
              <a:buFont typeface="Arial" panose="020B0604020202090204" pitchFamily="34" charset="0"/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一般正文2；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0" indent="-285750" algn="l">
              <a:lnSpc>
                <a:spcPct val="135000"/>
              </a:lnSpc>
              <a:buClr>
                <a:srgbClr val="EE7700"/>
              </a:buClr>
              <a:buFont typeface="Arial" panose="020B0604020202090204" pitchFamily="34" charset="0"/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一般正文3；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0" indent="-285750" algn="l">
              <a:lnSpc>
                <a:spcPct val="135000"/>
              </a:lnSpc>
              <a:buClr>
                <a:srgbClr val="EE7700"/>
              </a:buClr>
              <a:buFont typeface="Arial" panose="020B0604020202090204" pitchFamily="34" charset="0"/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一般正文4。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80702" y="2377016"/>
            <a:ext cx="1644204" cy="1419860"/>
          </a:xfrm>
          <a:prstGeom prst="rect">
            <a:avLst/>
          </a:prstGeom>
          <a:solidFill>
            <a:srgbClr val="F2F2F2">
              <a:alpha val="5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marL="285750" lvl="0" indent="-285750" algn="l">
              <a:lnSpc>
                <a:spcPct val="135000"/>
              </a:lnSpc>
              <a:buClr>
                <a:srgbClr val="000000"/>
              </a:buClr>
              <a:buFont typeface="Wingdings" panose="05000000000000000000" charset="0"/>
              <a:buChar char="n"/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四级文字；</a:t>
            </a:r>
            <a:endParaRPr 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一般正文2；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一般正文3；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一般正文4。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83570" y="2377016"/>
            <a:ext cx="1644204" cy="1419860"/>
          </a:xfrm>
          <a:prstGeom prst="rect">
            <a:avLst/>
          </a:prstGeom>
          <a:solidFill>
            <a:srgbClr val="F2F2F2">
              <a:alpha val="5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四级文字；</a:t>
            </a:r>
            <a:endParaRPr 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一般正文2；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一般正文3；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indent="200025" algn="l">
              <a:lnSpc>
                <a:spcPct val="13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一般正文4。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77833" y="6454392"/>
            <a:ext cx="2227580" cy="24511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注：这是六级文字，数据来源XXX。</a:t>
            </a:r>
            <a:endParaRPr lang="en-US" sz="1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377832" y="4665334"/>
          <a:ext cx="5450205" cy="166560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51040"/>
                <a:gridCol w="1638351"/>
                <a:gridCol w="1460551"/>
              </a:tblGrid>
              <a:tr h="35306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指标名称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上半年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年同比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新单价值（亿）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大个险保费（亿）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455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个险标保（亿）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0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0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573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这些是五级文字</a:t>
                      </a:r>
                      <a:endParaRPr lang="en-US" sz="1400" b="1" i="0" u="none" strike="noStrike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1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1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400" b="1">
                          <a:solidFill>
                            <a:srgbClr val="333333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xx</a:t>
                      </a:r>
                      <a:endParaRPr lang="en-US" altLang="zh-CN" sz="1400" b="1">
                        <a:solidFill>
                          <a:srgbClr val="333333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525" marR="9525" marT="9525" marB="0" anchor="t">
                    <a:lnL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488331" y="2513243"/>
            <a:ext cx="495780" cy="474827"/>
            <a:chOff x="488331" y="2513243"/>
            <a:chExt cx="495780" cy="474827"/>
          </a:xfrm>
        </p:grpSpPr>
        <p:sp>
          <p:nvSpPr>
            <p:cNvPr id="22" name="AutoShape 22"/>
            <p:cNvSpPr/>
            <p:nvPr/>
          </p:nvSpPr>
          <p:spPr>
            <a:xfrm>
              <a:off x="488331" y="2513243"/>
              <a:ext cx="495780" cy="474827"/>
            </a:xfrm>
            <a:prstGeom prst="rect">
              <a:avLst/>
            </a:prstGeom>
            <a:solidFill>
              <a:srgbClr val="F79646">
                <a:alpha val="100000"/>
              </a:srgbClr>
            </a:solidFill>
            <a:ln w="9525">
              <a:noFill/>
              <a:prstDash val="solid"/>
            </a:ln>
          </p:spPr>
          <p:txBody>
            <a:bodyPr lIns="95250" tIns="47625" rIns="95250" bIns="47625" rtlCol="0" anchor="ctr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795" y="2599270"/>
              <a:ext cx="366882" cy="302772"/>
            </a:xfrm>
            <a:custGeom>
              <a:avLst/>
              <a:gdLst/>
              <a:ahLst/>
              <a:cxnLst/>
              <a:rect l="l" t="t" r="r" b="b"/>
              <a:pathLst>
                <a:path w="366882" h="302772">
                  <a:moveTo>
                    <a:pt x="19160" y="241392"/>
                  </a:moveTo>
                  <a:lnTo>
                    <a:pt x="149165" y="241392"/>
                  </a:lnTo>
                  <a:cubicBezTo>
                    <a:pt x="150170" y="243995"/>
                    <a:pt x="151233" y="246572"/>
                    <a:pt x="152469" y="249124"/>
                  </a:cubicBezTo>
                  <a:cubicBezTo>
                    <a:pt x="158414" y="261577"/>
                    <a:pt x="166859" y="272728"/>
                    <a:pt x="177659" y="282323"/>
                  </a:cubicBezTo>
                  <a:cubicBezTo>
                    <a:pt x="178637" y="283191"/>
                    <a:pt x="179613" y="284007"/>
                    <a:pt x="180589" y="284824"/>
                  </a:cubicBezTo>
                  <a:lnTo>
                    <a:pt x="19160" y="284824"/>
                  </a:lnTo>
                  <a:cubicBezTo>
                    <a:pt x="8589" y="284824"/>
                    <a:pt x="0" y="277194"/>
                    <a:pt x="0" y="267803"/>
                  </a:cubicBezTo>
                  <a:lnTo>
                    <a:pt x="0" y="258412"/>
                  </a:lnTo>
                  <a:cubicBezTo>
                    <a:pt x="0" y="249022"/>
                    <a:pt x="8589" y="241392"/>
                    <a:pt x="19160" y="241392"/>
                  </a:cubicBezTo>
                  <a:close/>
                  <a:moveTo>
                    <a:pt x="49756" y="180504"/>
                  </a:moveTo>
                  <a:lnTo>
                    <a:pt x="147477" y="180504"/>
                  </a:lnTo>
                  <a:cubicBezTo>
                    <a:pt x="144634" y="189535"/>
                    <a:pt x="143227" y="198897"/>
                    <a:pt x="143227" y="208464"/>
                  </a:cubicBezTo>
                  <a:cubicBezTo>
                    <a:pt x="143227" y="213669"/>
                    <a:pt x="143628" y="218822"/>
                    <a:pt x="144490" y="223898"/>
                  </a:cubicBezTo>
                  <a:lnTo>
                    <a:pt x="49756" y="223898"/>
                  </a:lnTo>
                  <a:cubicBezTo>
                    <a:pt x="39188" y="223898"/>
                    <a:pt x="30602" y="216271"/>
                    <a:pt x="30602" y="206883"/>
                  </a:cubicBezTo>
                  <a:lnTo>
                    <a:pt x="30602" y="197495"/>
                  </a:lnTo>
                  <a:cubicBezTo>
                    <a:pt x="30602" y="188106"/>
                    <a:pt x="39188" y="180504"/>
                    <a:pt x="49756" y="180504"/>
                  </a:cubicBezTo>
                  <a:close/>
                  <a:moveTo>
                    <a:pt x="295761" y="155319"/>
                  </a:moveTo>
                  <a:cubicBezTo>
                    <a:pt x="293370" y="155795"/>
                    <a:pt x="291180" y="157083"/>
                    <a:pt x="289758" y="159061"/>
                  </a:cubicBezTo>
                  <a:lnTo>
                    <a:pt x="267009" y="190727"/>
                  </a:lnTo>
                  <a:lnTo>
                    <a:pt x="260804" y="199377"/>
                  </a:lnTo>
                  <a:lnTo>
                    <a:pt x="247247" y="180495"/>
                  </a:lnTo>
                  <a:lnTo>
                    <a:pt x="232080" y="159368"/>
                  </a:lnTo>
                  <a:lnTo>
                    <a:pt x="231851" y="159061"/>
                  </a:lnTo>
                  <a:cubicBezTo>
                    <a:pt x="229007" y="155105"/>
                    <a:pt x="223090" y="153957"/>
                    <a:pt x="218638" y="156459"/>
                  </a:cubicBezTo>
                  <a:cubicBezTo>
                    <a:pt x="215621" y="158167"/>
                    <a:pt x="214042" y="161128"/>
                    <a:pt x="214243" y="164087"/>
                  </a:cubicBezTo>
                  <a:cubicBezTo>
                    <a:pt x="214300" y="165517"/>
                    <a:pt x="214817" y="166920"/>
                    <a:pt x="215736" y="168196"/>
                  </a:cubicBezTo>
                  <a:lnTo>
                    <a:pt x="224526" y="180495"/>
                  </a:lnTo>
                  <a:lnTo>
                    <a:pt x="244374" y="208054"/>
                  </a:lnTo>
                  <a:lnTo>
                    <a:pt x="234752" y="208054"/>
                  </a:lnTo>
                  <a:cubicBezTo>
                    <a:pt x="229467" y="208054"/>
                    <a:pt x="225187" y="211855"/>
                    <a:pt x="225187" y="216551"/>
                  </a:cubicBezTo>
                  <a:cubicBezTo>
                    <a:pt x="225187" y="219689"/>
                    <a:pt x="227140" y="222445"/>
                    <a:pt x="229984" y="223899"/>
                  </a:cubicBezTo>
                  <a:cubicBezTo>
                    <a:pt x="231362" y="224640"/>
                    <a:pt x="233000" y="225047"/>
                    <a:pt x="234752" y="225047"/>
                  </a:cubicBezTo>
                  <a:lnTo>
                    <a:pt x="251268" y="225047"/>
                  </a:lnTo>
                  <a:lnTo>
                    <a:pt x="251268" y="231018"/>
                  </a:lnTo>
                  <a:lnTo>
                    <a:pt x="234752" y="231018"/>
                  </a:lnTo>
                  <a:cubicBezTo>
                    <a:pt x="229467" y="231018"/>
                    <a:pt x="225187" y="234821"/>
                    <a:pt x="225187" y="239516"/>
                  </a:cubicBezTo>
                  <a:cubicBezTo>
                    <a:pt x="225187" y="240561"/>
                    <a:pt x="225417" y="241583"/>
                    <a:pt x="225790" y="242501"/>
                  </a:cubicBezTo>
                  <a:cubicBezTo>
                    <a:pt x="227111" y="245537"/>
                    <a:pt x="230271" y="247758"/>
                    <a:pt x="234063" y="247987"/>
                  </a:cubicBezTo>
                  <a:cubicBezTo>
                    <a:pt x="234292" y="248013"/>
                    <a:pt x="234522" y="248013"/>
                    <a:pt x="234752" y="248013"/>
                  </a:cubicBezTo>
                  <a:lnTo>
                    <a:pt x="251268" y="248013"/>
                  </a:lnTo>
                  <a:lnTo>
                    <a:pt x="251268" y="259904"/>
                  </a:lnTo>
                  <a:cubicBezTo>
                    <a:pt x="251268" y="264599"/>
                    <a:pt x="255548" y="268400"/>
                    <a:pt x="260834" y="268400"/>
                  </a:cubicBezTo>
                  <a:cubicBezTo>
                    <a:pt x="266118" y="268400"/>
                    <a:pt x="270427" y="264599"/>
                    <a:pt x="270427" y="259904"/>
                  </a:cubicBezTo>
                  <a:lnTo>
                    <a:pt x="270427" y="248013"/>
                  </a:lnTo>
                  <a:lnTo>
                    <a:pt x="286915" y="248013"/>
                  </a:lnTo>
                  <a:cubicBezTo>
                    <a:pt x="292199" y="248013"/>
                    <a:pt x="296508" y="244211"/>
                    <a:pt x="296508" y="239516"/>
                  </a:cubicBezTo>
                  <a:cubicBezTo>
                    <a:pt x="296508" y="234821"/>
                    <a:pt x="292199" y="231018"/>
                    <a:pt x="286915" y="231018"/>
                  </a:cubicBezTo>
                  <a:lnTo>
                    <a:pt x="270427" y="231018"/>
                  </a:lnTo>
                  <a:lnTo>
                    <a:pt x="270427" y="225021"/>
                  </a:lnTo>
                  <a:lnTo>
                    <a:pt x="286915" y="225021"/>
                  </a:lnTo>
                  <a:cubicBezTo>
                    <a:pt x="292199" y="225021"/>
                    <a:pt x="296508" y="221220"/>
                    <a:pt x="296508" y="216525"/>
                  </a:cubicBezTo>
                  <a:cubicBezTo>
                    <a:pt x="296508" y="211829"/>
                    <a:pt x="292199" y="208002"/>
                    <a:pt x="286915" y="208002"/>
                  </a:cubicBezTo>
                  <a:lnTo>
                    <a:pt x="277320" y="208002"/>
                  </a:lnTo>
                  <a:lnTo>
                    <a:pt x="305873" y="168196"/>
                  </a:lnTo>
                  <a:cubicBezTo>
                    <a:pt x="308716" y="164266"/>
                    <a:pt x="307423" y="158984"/>
                    <a:pt x="302971" y="156459"/>
                  </a:cubicBezTo>
                  <a:cubicBezTo>
                    <a:pt x="300745" y="155182"/>
                    <a:pt x="298153" y="154844"/>
                    <a:pt x="295761" y="155319"/>
                  </a:cubicBezTo>
                  <a:close/>
                  <a:moveTo>
                    <a:pt x="19160" y="120715"/>
                  </a:moveTo>
                  <a:lnTo>
                    <a:pt x="197018" y="120715"/>
                  </a:lnTo>
                  <a:cubicBezTo>
                    <a:pt x="190067" y="124695"/>
                    <a:pt x="183604" y="129312"/>
                    <a:pt x="177658" y="134593"/>
                  </a:cubicBezTo>
                  <a:cubicBezTo>
                    <a:pt x="167978" y="143241"/>
                    <a:pt x="160136" y="153139"/>
                    <a:pt x="154334" y="164109"/>
                  </a:cubicBezTo>
                  <a:lnTo>
                    <a:pt x="19160" y="164109"/>
                  </a:lnTo>
                  <a:cubicBezTo>
                    <a:pt x="8589" y="164109"/>
                    <a:pt x="0" y="156507"/>
                    <a:pt x="0" y="147118"/>
                  </a:cubicBezTo>
                  <a:lnTo>
                    <a:pt x="0" y="137731"/>
                  </a:lnTo>
                  <a:cubicBezTo>
                    <a:pt x="0" y="128343"/>
                    <a:pt x="8589" y="120715"/>
                    <a:pt x="19160" y="120715"/>
                  </a:cubicBezTo>
                  <a:close/>
                  <a:moveTo>
                    <a:pt x="260804" y="114202"/>
                  </a:moveTo>
                  <a:cubicBezTo>
                    <a:pt x="319401" y="114202"/>
                    <a:pt x="366882" y="156407"/>
                    <a:pt x="366853" y="208513"/>
                  </a:cubicBezTo>
                  <a:cubicBezTo>
                    <a:pt x="366853" y="260567"/>
                    <a:pt x="319373" y="302772"/>
                    <a:pt x="260776" y="302772"/>
                  </a:cubicBezTo>
                  <a:cubicBezTo>
                    <a:pt x="237510" y="302772"/>
                    <a:pt x="215995" y="296087"/>
                    <a:pt x="198531" y="284834"/>
                  </a:cubicBezTo>
                  <a:cubicBezTo>
                    <a:pt x="181785" y="274014"/>
                    <a:pt x="168687" y="258934"/>
                    <a:pt x="161333" y="241429"/>
                  </a:cubicBezTo>
                  <a:cubicBezTo>
                    <a:pt x="158978" y="235841"/>
                    <a:pt x="157197" y="229997"/>
                    <a:pt x="156105" y="223925"/>
                  </a:cubicBezTo>
                  <a:cubicBezTo>
                    <a:pt x="155186" y="218898"/>
                    <a:pt x="154670" y="213769"/>
                    <a:pt x="154670" y="208487"/>
                  </a:cubicBezTo>
                  <a:cubicBezTo>
                    <a:pt x="154670" y="198765"/>
                    <a:pt x="156336" y="189375"/>
                    <a:pt x="159437" y="180521"/>
                  </a:cubicBezTo>
                  <a:cubicBezTo>
                    <a:pt x="161448" y="174805"/>
                    <a:pt x="164033" y="169318"/>
                    <a:pt x="167165" y="164113"/>
                  </a:cubicBezTo>
                  <a:cubicBezTo>
                    <a:pt x="178913" y="144568"/>
                    <a:pt x="198187" y="129155"/>
                    <a:pt x="221538" y="120887"/>
                  </a:cubicBezTo>
                  <a:cubicBezTo>
                    <a:pt x="233689" y="116600"/>
                    <a:pt x="246931" y="114202"/>
                    <a:pt x="260804" y="114202"/>
                  </a:cubicBezTo>
                  <a:close/>
                  <a:moveTo>
                    <a:pt x="19156" y="60926"/>
                  </a:moveTo>
                  <a:lnTo>
                    <a:pt x="218849" y="60926"/>
                  </a:lnTo>
                  <a:cubicBezTo>
                    <a:pt x="229418" y="60926"/>
                    <a:pt x="238005" y="68553"/>
                    <a:pt x="238005" y="77941"/>
                  </a:cubicBezTo>
                  <a:lnTo>
                    <a:pt x="238005" y="87329"/>
                  </a:lnTo>
                  <a:cubicBezTo>
                    <a:pt x="238005" y="96718"/>
                    <a:pt x="229418" y="104320"/>
                    <a:pt x="218820" y="104320"/>
                  </a:cubicBezTo>
                  <a:lnTo>
                    <a:pt x="19156" y="104320"/>
                  </a:lnTo>
                  <a:cubicBezTo>
                    <a:pt x="8587" y="104320"/>
                    <a:pt x="0" y="96718"/>
                    <a:pt x="0" y="87329"/>
                  </a:cubicBezTo>
                  <a:lnTo>
                    <a:pt x="0" y="77941"/>
                  </a:lnTo>
                  <a:cubicBezTo>
                    <a:pt x="0" y="68553"/>
                    <a:pt x="8587" y="60926"/>
                    <a:pt x="19156" y="60926"/>
                  </a:cubicBezTo>
                  <a:close/>
                  <a:moveTo>
                    <a:pt x="49758" y="0"/>
                  </a:moveTo>
                  <a:lnTo>
                    <a:pt x="249409" y="0"/>
                  </a:lnTo>
                  <a:cubicBezTo>
                    <a:pt x="259977" y="0"/>
                    <a:pt x="268564" y="7630"/>
                    <a:pt x="268564" y="17020"/>
                  </a:cubicBezTo>
                  <a:lnTo>
                    <a:pt x="268564" y="26412"/>
                  </a:lnTo>
                  <a:cubicBezTo>
                    <a:pt x="268564" y="35802"/>
                    <a:pt x="259977" y="43432"/>
                    <a:pt x="249409" y="43432"/>
                  </a:cubicBezTo>
                  <a:lnTo>
                    <a:pt x="49758" y="43432"/>
                  </a:lnTo>
                  <a:cubicBezTo>
                    <a:pt x="39190" y="43432"/>
                    <a:pt x="30602" y="35802"/>
                    <a:pt x="30602" y="26412"/>
                  </a:cubicBezTo>
                  <a:lnTo>
                    <a:pt x="30602" y="17020"/>
                  </a:lnTo>
                  <a:cubicBezTo>
                    <a:pt x="30602" y="7630"/>
                    <a:pt x="39190" y="0"/>
                    <a:pt x="49758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  <a:prstDash val="solid"/>
            </a:ln>
          </p:spPr>
          <p:txBody>
            <a:bodyPr lIns="95250" tIns="47625" rIns="95250" bIns="47625" rtlCol="0" anchor="t">
              <a:noAutofit/>
            </a:bodyPr>
            <a:lstStyle/>
            <a:p>
              <a:pPr algn="ctr">
                <a:defRPr/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8331" y="3203324"/>
            <a:ext cx="495780" cy="474827"/>
            <a:chOff x="488331" y="3203324"/>
            <a:chExt cx="495780" cy="474827"/>
          </a:xfrm>
        </p:grpSpPr>
        <p:sp>
          <p:nvSpPr>
            <p:cNvPr id="25" name="AutoShape 25"/>
            <p:cNvSpPr/>
            <p:nvPr/>
          </p:nvSpPr>
          <p:spPr>
            <a:xfrm>
              <a:off x="488331" y="3203324"/>
              <a:ext cx="495780" cy="474827"/>
            </a:xfrm>
            <a:prstGeom prst="rect">
              <a:avLst/>
            </a:prstGeom>
            <a:solidFill>
              <a:srgbClr val="F79646">
                <a:alpha val="100000"/>
              </a:srgbClr>
            </a:solidFill>
            <a:ln w="9525">
              <a:noFill/>
              <a:prstDash val="solid"/>
            </a:ln>
          </p:spPr>
          <p:txBody>
            <a:bodyPr lIns="95250" tIns="47625" rIns="95250" bIns="47625" rtlCol="0" anchor="ctr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74533" y="3286057"/>
              <a:ext cx="323378" cy="309362"/>
            </a:xfrm>
            <a:custGeom>
              <a:avLst/>
              <a:gdLst/>
              <a:ahLst/>
              <a:cxnLst/>
              <a:rect l="l" t="t" r="r" b="b"/>
              <a:pathLst>
                <a:path w="323378" h="309362">
                  <a:moveTo>
                    <a:pt x="301416" y="231840"/>
                  </a:moveTo>
                  <a:cubicBezTo>
                    <a:pt x="315047" y="209380"/>
                    <a:pt x="323378" y="182574"/>
                    <a:pt x="323378" y="154318"/>
                  </a:cubicBezTo>
                  <a:cubicBezTo>
                    <a:pt x="323378" y="69553"/>
                    <a:pt x="250675" y="0"/>
                    <a:pt x="161311" y="0"/>
                  </a:cubicBezTo>
                  <a:cubicBezTo>
                    <a:pt x="72703" y="0"/>
                    <a:pt x="0" y="69553"/>
                    <a:pt x="0" y="154318"/>
                  </a:cubicBezTo>
                  <a:cubicBezTo>
                    <a:pt x="0" y="239810"/>
                    <a:pt x="72703" y="309362"/>
                    <a:pt x="161311" y="309362"/>
                  </a:cubicBezTo>
                  <a:cubicBezTo>
                    <a:pt x="205992" y="309362"/>
                    <a:pt x="246888" y="291974"/>
                    <a:pt x="275667" y="263719"/>
                  </a:cubicBezTo>
                  <a:lnTo>
                    <a:pt x="246888" y="236188"/>
                  </a:lnTo>
                  <a:cubicBezTo>
                    <a:pt x="224925" y="257198"/>
                    <a:pt x="194633" y="270239"/>
                    <a:pt x="161311" y="270239"/>
                  </a:cubicBezTo>
                  <a:cubicBezTo>
                    <a:pt x="94666" y="270239"/>
                    <a:pt x="40138" y="218800"/>
                    <a:pt x="40138" y="154318"/>
                  </a:cubicBezTo>
                  <a:cubicBezTo>
                    <a:pt x="40138" y="90563"/>
                    <a:pt x="94666" y="38398"/>
                    <a:pt x="161311" y="38398"/>
                  </a:cubicBezTo>
                  <a:cubicBezTo>
                    <a:pt x="228712" y="38398"/>
                    <a:pt x="282482" y="90563"/>
                    <a:pt x="282482" y="154318"/>
                  </a:cubicBezTo>
                  <a:cubicBezTo>
                    <a:pt x="282482" y="168084"/>
                    <a:pt x="280210" y="181125"/>
                    <a:pt x="275667" y="193442"/>
                  </a:cubicBezTo>
                  <a:lnTo>
                    <a:pt x="274910" y="193442"/>
                  </a:lnTo>
                  <a:lnTo>
                    <a:pt x="242345" y="193442"/>
                  </a:lnTo>
                  <a:lnTo>
                    <a:pt x="242345" y="77522"/>
                  </a:lnTo>
                  <a:lnTo>
                    <a:pt x="161311" y="77522"/>
                  </a:lnTo>
                  <a:cubicBezTo>
                    <a:pt x="116628" y="77522"/>
                    <a:pt x="81034" y="112298"/>
                    <a:pt x="81034" y="155043"/>
                  </a:cubicBezTo>
                  <a:cubicBezTo>
                    <a:pt x="81034" y="197789"/>
                    <a:pt x="116628" y="232565"/>
                    <a:pt x="161311" y="232565"/>
                  </a:cubicBezTo>
                  <a:cubicBezTo>
                    <a:pt x="180243" y="232565"/>
                    <a:pt x="196905" y="226044"/>
                    <a:pt x="210537" y="215901"/>
                  </a:cubicBezTo>
                  <a:cubicBezTo>
                    <a:pt x="218110" y="225320"/>
                    <a:pt x="229470" y="231840"/>
                    <a:pt x="242345" y="231840"/>
                  </a:cubicBezTo>
                  <a:lnTo>
                    <a:pt x="301416" y="231840"/>
                  </a:lnTo>
                  <a:close/>
                  <a:moveTo>
                    <a:pt x="202206" y="135482"/>
                  </a:moveTo>
                  <a:lnTo>
                    <a:pt x="202206" y="155043"/>
                  </a:lnTo>
                  <a:cubicBezTo>
                    <a:pt x="202206" y="176053"/>
                    <a:pt x="184030" y="193442"/>
                    <a:pt x="161311" y="193442"/>
                  </a:cubicBezTo>
                  <a:cubicBezTo>
                    <a:pt x="139348" y="193442"/>
                    <a:pt x="121172" y="176053"/>
                    <a:pt x="121172" y="155043"/>
                  </a:cubicBezTo>
                  <a:cubicBezTo>
                    <a:pt x="121172" y="133308"/>
                    <a:pt x="139348" y="116645"/>
                    <a:pt x="161311" y="116645"/>
                  </a:cubicBezTo>
                  <a:lnTo>
                    <a:pt x="202206" y="116645"/>
                  </a:lnTo>
                  <a:lnTo>
                    <a:pt x="202206" y="135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  <a:prstDash val="solid"/>
            </a:ln>
          </p:spPr>
          <p:txBody>
            <a:bodyPr lIns="95250" tIns="47625" rIns="95250" bIns="47625" rtlCol="0" anchor="t">
              <a:noAutofit/>
            </a:bodyPr>
            <a:lstStyle/>
            <a:p>
              <a:pPr algn="ctr">
                <a:defRPr/>
              </a:pPr>
            </a:p>
          </p:txBody>
        </p:sp>
      </p:grpSp>
      <p:sp>
        <p:nvSpPr>
          <p:cNvPr id="27" name="AutoShape 27"/>
          <p:cNvSpPr/>
          <p:nvPr/>
        </p:nvSpPr>
        <p:spPr>
          <a:xfrm>
            <a:off x="6307455" y="4312285"/>
            <a:ext cx="2096770" cy="33718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C6900"/>
                </a:solidFill>
                <a:latin typeface="楷体" panose="02010609060101010101" charset="-122"/>
                <a:ea typeface="楷体" panose="02010609060101010101" charset="-122"/>
              </a:rPr>
              <a:t>这是图表主标题</a:t>
            </a:r>
            <a:endParaRPr lang="en-US" sz="1600" b="1" i="0" u="none" strike="noStrike">
              <a:solidFill>
                <a:srgbClr val="DC69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46C0A"/>
                </a:solidFill>
                <a:latin typeface="微软雅黑" panose="020B0503020204020204" pitchFamily="34" charset="-122"/>
                <a:sym typeface="+mn-ea"/>
              </a:rPr>
              <a:t>一级文字：幻灯片主标题，这是一张参考范例</a:t>
            </a:r>
            <a:endParaRPr lang="zh-CN" altLang="en-US" dirty="0"/>
          </a:p>
        </p:txBody>
      </p:sp>
      <p:sp>
        <p:nvSpPr>
          <p:cNvPr id="29" name="AutoShape 3"/>
          <p:cNvSpPr/>
          <p:nvPr/>
        </p:nvSpPr>
        <p:spPr>
          <a:xfrm>
            <a:off x="488950" y="4773295"/>
            <a:ext cx="5377815" cy="156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照片，图表需讲究质量和美感，</a:t>
            </a:r>
            <a:r>
              <a:rPr 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将重点观点明确写清楚。</a:t>
            </a:r>
            <a:endParaRPr lang="en-US" sz="160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每页内容的罗列，建议遵循从左至右，或上至下的顺序，避免布局过于复杂，逻辑不清晰</a:t>
            </a:r>
            <a:endParaRPr lang="en-US" sz="1600" b="0" i="0" u="none" strike="noStrike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3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b">
            <a:noAutofit/>
          </a:bodyPr>
          <a:lstStyle>
            <a:lvl1pPr algn="l">
              <a:lnSpc>
                <a:spcPct val="90000"/>
              </a:lnSpc>
              <a:defRPr sz="2700" b="1" i="0" u="none" strike="noStrike">
                <a:solidFill>
                  <a:srgbClr val="E46C0A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l">
              <a:lnSpc>
                <a:spcPct val="90000"/>
              </a:lnSpc>
            </a:pPr>
            <a:r>
              <a:rPr lang="en-US" sz="2775" b="1" i="0" u="none" strike="noStrike">
                <a:solidFill>
                  <a:srgbClr val="E46C0A"/>
                </a:solidFill>
                <a:latin typeface="微软雅黑" panose="020B0503020204020204" pitchFamily="34" charset="-122"/>
              </a:rPr>
              <a:t>专业图表的五要素</a:t>
            </a:r>
            <a:endParaRPr lang="en-US" sz="2775" b="1" i="0" u="none" strike="noStrike">
              <a:solidFill>
                <a:srgbClr val="E46C0A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3198" y="945844"/>
            <a:ext cx="7490357" cy="5788002"/>
          </a:xfrm>
          <a:prstGeom prst="rect">
            <a:avLst/>
          </a:prstGeom>
          <a:ln w="9525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879677" y="1394749"/>
            <a:ext cx="6707528" cy="567160"/>
          </a:xfrm>
          <a:prstGeom prst="rect">
            <a:avLst/>
          </a:prstGeom>
          <a:noFill/>
          <a:ln w="19050">
            <a:solidFill>
              <a:srgbClr val="C00000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79677" y="2048719"/>
            <a:ext cx="6707528" cy="465612"/>
          </a:xfrm>
          <a:prstGeom prst="rect">
            <a:avLst/>
          </a:prstGeom>
          <a:noFill/>
          <a:ln w="19050">
            <a:solidFill>
              <a:srgbClr val="C00000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79677" y="5946226"/>
            <a:ext cx="897037" cy="465612"/>
          </a:xfrm>
          <a:prstGeom prst="rect">
            <a:avLst/>
          </a:prstGeom>
          <a:noFill/>
          <a:ln w="19050">
            <a:solidFill>
              <a:srgbClr val="C00000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879678" y="2627375"/>
            <a:ext cx="6707527" cy="3222734"/>
          </a:xfrm>
          <a:custGeom>
            <a:avLst/>
            <a:gdLst/>
            <a:ahLst/>
            <a:cxnLst/>
            <a:rect l="l" t="t" r="r" b="b"/>
            <a:pathLst>
              <a:path w="6707527" h="3222734">
                <a:moveTo>
                  <a:pt x="0" y="0"/>
                </a:moveTo>
                <a:lnTo>
                  <a:pt x="860222" y="0"/>
                </a:lnTo>
                <a:lnTo>
                  <a:pt x="860222" y="2825686"/>
                </a:lnTo>
                <a:lnTo>
                  <a:pt x="5438826" y="2825686"/>
                </a:lnTo>
                <a:lnTo>
                  <a:pt x="5438826" y="798730"/>
                </a:lnTo>
                <a:lnTo>
                  <a:pt x="6707527" y="798730"/>
                </a:lnTo>
                <a:lnTo>
                  <a:pt x="6707527" y="3222734"/>
                </a:lnTo>
                <a:lnTo>
                  <a:pt x="5438826" y="3222734"/>
                </a:lnTo>
                <a:lnTo>
                  <a:pt x="5438826" y="3222733"/>
                </a:lnTo>
                <a:lnTo>
                  <a:pt x="860222" y="3222733"/>
                </a:lnTo>
                <a:lnTo>
                  <a:pt x="860222" y="3222734"/>
                </a:lnTo>
                <a:lnTo>
                  <a:pt x="0" y="3222734"/>
                </a:lnTo>
                <a:close/>
              </a:path>
            </a:pathLst>
          </a:custGeom>
          <a:noFill/>
          <a:ln w="19050">
            <a:solidFill>
              <a:srgbClr val="C00000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847850" y="2627375"/>
            <a:ext cx="4386264" cy="2730437"/>
          </a:xfrm>
          <a:prstGeom prst="rect">
            <a:avLst/>
          </a:prstGeom>
          <a:noFill/>
          <a:ln w="19050">
            <a:solidFill>
              <a:srgbClr val="C00000">
                <a:alpha val="100000"/>
              </a:srgbClr>
            </a:solidFill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06773" y="1478274"/>
            <a:ext cx="437515" cy="39878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950" b="1" i="0" u="none" strike="noStrike">
                <a:solidFill>
                  <a:srgbClr val="C00000"/>
                </a:solidFill>
                <a:latin typeface="华文楷体" panose="02010600040101010101" charset="-122"/>
              </a:rPr>
              <a:t>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773" y="2081470"/>
            <a:ext cx="437515" cy="39878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950" b="1" i="0" u="none" strike="noStrike">
                <a:solidFill>
                  <a:srgbClr val="C00000"/>
                </a:solidFill>
                <a:latin typeface="华文楷体" panose="02010600040101010101" charset="-122"/>
              </a:rPr>
              <a:t>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90712" y="2719264"/>
            <a:ext cx="437515" cy="39878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950" b="1" i="0" u="none" strike="noStrike">
                <a:solidFill>
                  <a:srgbClr val="C00000"/>
                </a:solidFill>
                <a:latin typeface="华文楷体" panose="02010600040101010101" charset="-122"/>
              </a:rPr>
              <a:t>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051503" y="5356069"/>
            <a:ext cx="437515" cy="39878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950" b="1" i="0" u="none" strike="noStrike">
                <a:solidFill>
                  <a:srgbClr val="C00000"/>
                </a:solidFill>
                <a:latin typeface="华文楷体" panose="02010600040101010101" charset="-122"/>
              </a:rPr>
              <a:t>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773" y="5978977"/>
            <a:ext cx="437515" cy="39878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950" b="1" i="0" u="none" strike="noStrike">
                <a:solidFill>
                  <a:srgbClr val="C00000"/>
                </a:solidFill>
                <a:latin typeface="华文楷体" panose="02010600040101010101" charset="-122"/>
              </a:rPr>
              <a:t>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45347" y="992038"/>
            <a:ext cx="3270531" cy="5693434"/>
          </a:xfrm>
          <a:prstGeom prst="rect">
            <a:avLst/>
          </a:prstGeom>
          <a:solidFill>
            <a:srgbClr val="558ED5">
              <a:alpha val="1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423275" y="1158875"/>
            <a:ext cx="3072765" cy="73088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575" b="1" i="0" u="none" strike="noStrike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① 图表主标题：</a:t>
            </a:r>
            <a:r>
              <a:rPr lang="en-US" sz="1575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这张图表所表达的观点概述；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423275" y="2075180"/>
            <a:ext cx="3072765" cy="73088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575" b="1" i="0" u="none" strike="noStrike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② 图表副标题：</a:t>
            </a:r>
            <a:r>
              <a:rPr lang="en-US" sz="1575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这张图表所展现的内容概述；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423275" y="2991485"/>
            <a:ext cx="3072765" cy="1050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575" b="1" i="0" u="none" strike="noStrike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③ 图表主体：</a:t>
            </a:r>
            <a:r>
              <a:rPr lang="en-US" sz="1575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这张图表的主要内容，图表类型运用合理，配色重点突出、易于区分；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423275" y="4227830"/>
            <a:ext cx="3072765" cy="1050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575" b="1" i="0" u="none" strike="noStrike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④ 图表元素：</a:t>
            </a:r>
            <a:r>
              <a:rPr lang="en-US" sz="1575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包括坐标轴、图例、数据标签等，用于注明数据刻度、数据单位、数据含义等；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423275" y="5464175"/>
            <a:ext cx="3072765" cy="1050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30000"/>
              </a:lnSpc>
              <a:defRPr/>
            </a:pPr>
            <a:r>
              <a:rPr lang="en-US" sz="1575" b="1" i="0" u="none" strike="noStrike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⑤ 图表备注：</a:t>
            </a:r>
            <a:r>
              <a:rPr lang="en-US" sz="1575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包括数据来源和附注，用于展示数据出处和无法在图表上说明的部分。</a:t>
            </a:r>
            <a:endParaRPr lang="en-US" sz="11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</p:spPr>
        <p:txBody>
          <a:bodyPr/>
          <a:lstStyle/>
          <a:p>
            <a:r>
              <a:rPr lang="en-US">
                <a:solidFill>
                  <a:srgbClr val="E46C0A"/>
                </a:solidFill>
                <a:latin typeface="微软雅黑" panose="020B0503020204020204" pitchFamily="34" charset="-122"/>
                <a:sym typeface="+mn-ea"/>
              </a:rPr>
              <a:t>专业图表的五要素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ja-JP" sz="3200" b="0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  <a:t>Thank you</a:t>
            </a:r>
            <a:br>
              <a:rPr lang="en-US" altLang="zh-CN" sz="5400" b="1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</a:br>
            <a:r>
              <a:rPr lang="zh-CN" altLang="en-US" dirty="0">
                <a:solidFill>
                  <a:schemeClr val="bg1"/>
                </a:solidFill>
              </a:rPr>
              <a:t>感谢观看！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泰康保险集团">
  <a:themeElements>
    <a:clrScheme name="泰康V3">
      <a:dk1>
        <a:srgbClr val="000000"/>
      </a:dk1>
      <a:lt1>
        <a:srgbClr val="FFFFFF"/>
      </a:lt1>
      <a:dk2>
        <a:srgbClr val="7F7F7F"/>
      </a:dk2>
      <a:lt2>
        <a:srgbClr val="F0F0F0"/>
      </a:lt2>
      <a:accent1>
        <a:srgbClr val="EE7700"/>
      </a:accent1>
      <a:accent2>
        <a:srgbClr val="FABE00"/>
      </a:accent2>
      <a:accent3>
        <a:srgbClr val="1D2B83"/>
      </a:accent3>
      <a:accent4>
        <a:srgbClr val="0091DB"/>
      </a:accent4>
      <a:accent5>
        <a:srgbClr val="3B9C96"/>
      </a:accent5>
      <a:accent6>
        <a:srgbClr val="AACE1D"/>
      </a:accent6>
      <a:hlink>
        <a:srgbClr val="D70D19"/>
      </a:hlink>
      <a:folHlink>
        <a:srgbClr val="D9D9D9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泰康V3">
    <a:dk1>
      <a:srgbClr val="000000"/>
    </a:dk1>
    <a:lt1>
      <a:srgbClr val="FFFFFF"/>
    </a:lt1>
    <a:dk2>
      <a:srgbClr val="7F7F7F"/>
    </a:dk2>
    <a:lt2>
      <a:srgbClr val="F0F0F0"/>
    </a:lt2>
    <a:accent1>
      <a:srgbClr val="EE7700"/>
    </a:accent1>
    <a:accent2>
      <a:srgbClr val="FABE00"/>
    </a:accent2>
    <a:accent3>
      <a:srgbClr val="1D2B83"/>
    </a:accent3>
    <a:accent4>
      <a:srgbClr val="0091DB"/>
    </a:accent4>
    <a:accent5>
      <a:srgbClr val="3B9C96"/>
    </a:accent5>
    <a:accent6>
      <a:srgbClr val="AACE1D"/>
    </a:accent6>
    <a:hlink>
      <a:srgbClr val="D70D19"/>
    </a:hlink>
    <a:folHlink>
      <a:srgbClr val="D9D9D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WPS 演示</Application>
  <PresentationFormat>宽屏</PresentationFormat>
  <Paragraphs>145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</vt:lpstr>
      <vt:lpstr>字魂105号-简雅黑</vt:lpstr>
      <vt:lpstr>微软雅黑 Light</vt:lpstr>
      <vt:lpstr>汉仪中黑KW</vt:lpstr>
      <vt:lpstr>楷体</vt:lpstr>
      <vt:lpstr>华文楷体</vt:lpstr>
      <vt:lpstr>汉仪楷体KW</vt:lpstr>
      <vt:lpstr>Wingdings</vt:lpstr>
      <vt:lpstr>CYuenGB-Xbold-U</vt:lpstr>
      <vt:lpstr>苹方-简</vt:lpstr>
      <vt:lpstr>汉仪书宋二KW</vt:lpstr>
      <vt:lpstr>宋体</vt:lpstr>
      <vt:lpstr>Arial Unicode MS</vt:lpstr>
      <vt:lpstr>Calibri</vt:lpstr>
      <vt:lpstr>Helvetica Neue</vt:lpstr>
      <vt:lpstr>等线</vt:lpstr>
      <vt:lpstr>汉仪中等线KW</vt:lpstr>
      <vt:lpstr>CYuenGB-Xbold-U</vt:lpstr>
      <vt:lpstr>微软雅黑</vt:lpstr>
      <vt:lpstr>微软雅黑 Light</vt:lpstr>
      <vt:lpstr>楷体</vt:lpstr>
      <vt:lpstr>泰康保险集团</vt:lpstr>
      <vt:lpstr>PowerPoint 演示文稿</vt:lpstr>
      <vt:lpstr>PowerPoint 演示文稿</vt:lpstr>
      <vt:lpstr>一级主标题：微软雅黑（标题），28号，加粗</vt:lpstr>
      <vt:lpstr>一级文字：幻灯片主标题，这是一张参考范例</vt:lpstr>
      <vt:lpstr>专业图表的五要素</vt:lpstr>
      <vt:lpstr>Thank you 感谢观看！</vt:lpstr>
    </vt:vector>
  </TitlesOfParts>
  <Company>泰康保险集团股份有限公司</Company>
  <LinksUpToDate>false</LinksUpToDate>
  <SharedDoc>false</SharedDoc>
  <HyperlinksChanged>false</HyperlinksChanged>
  <AppVersion>14.0000</AppVersion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此处添加一行标题 – 44pt </dc:title>
  <dc:creator>泰康保险集团</dc:creator>
  <cp:lastModifiedBy>NO</cp:lastModifiedBy>
  <cp:revision>8</cp:revision>
  <cp:lastPrinted>2026-05-18T06:12:33Z</cp:lastPrinted>
  <dcterms:created xsi:type="dcterms:W3CDTF">2026-05-18T06:12:33Z</dcterms:created>
  <dcterms:modified xsi:type="dcterms:W3CDTF">2026-05-18T06:12:33Z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2052-12.1.24031.24031</vt:lpwstr>
  </property>
  <property fmtid="{D5CDD505-2E9C-101B-9397-08002B2CF9AE}" pid="4" name="ICV">
    <vt:lpwstr>C357FC41D7EE3649DA9E0A6A1E68EB9B_43</vt:lpwstr>
  </property>
</Properties>
</file>